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1.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comment2.xml" ContentType="application/vnd.openxmlformats-officedocument.presentationml.comments+xml"/>
  <Override PartName="/ppt/notesSlides/notesSlide22.xml" ContentType="application/vnd.openxmlformats-officedocument.presentationml.notesSlide+xml"/>
  <Override PartName="/ppt/comments/comment3.xml" ContentType="application/vnd.openxmlformats-officedocument.presentationml.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4.xml" ContentType="application/vnd.openxmlformats-officedocument.presentationml.comment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768" r:id="rId2"/>
    <p:sldId id="776" r:id="rId3"/>
    <p:sldId id="782" r:id="rId4"/>
    <p:sldId id="777" r:id="rId5"/>
    <p:sldId id="784" r:id="rId6"/>
    <p:sldId id="778" r:id="rId7"/>
    <p:sldId id="786" r:id="rId8"/>
    <p:sldId id="787" r:id="rId9"/>
    <p:sldId id="788" r:id="rId10"/>
    <p:sldId id="789" r:id="rId11"/>
    <p:sldId id="790" r:id="rId12"/>
    <p:sldId id="791" r:id="rId13"/>
    <p:sldId id="794" r:id="rId14"/>
    <p:sldId id="779" r:id="rId15"/>
    <p:sldId id="793" r:id="rId16"/>
    <p:sldId id="795" r:id="rId17"/>
    <p:sldId id="792" r:id="rId18"/>
    <p:sldId id="796" r:id="rId19"/>
    <p:sldId id="797" r:id="rId20"/>
    <p:sldId id="798" r:id="rId21"/>
    <p:sldId id="799" r:id="rId22"/>
    <p:sldId id="800" r:id="rId23"/>
    <p:sldId id="803" r:id="rId24"/>
    <p:sldId id="780" r:id="rId25"/>
    <p:sldId id="802" r:id="rId26"/>
    <p:sldId id="801" r:id="rId27"/>
    <p:sldId id="276" r:id="rId28"/>
    <p:sldId id="804" r:id="rId29"/>
    <p:sldId id="781" r:id="rId30"/>
    <p:sldId id="783" r:id="rId31"/>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letto, Raphael" initials="GR" lastIdx="6" clrIdx="0"/>
  <p:cmAuthor id="2" name="VAILLANT, Pierre-Louis" initials="VP" lastIdx="10" clrIdx="1">
    <p:extLst>
      <p:ext uri="{19B8F6BF-5375-455C-9EA6-DF929625EA0E}">
        <p15:presenceInfo xmlns:p15="http://schemas.microsoft.com/office/powerpoint/2012/main" userId="VAILLANT, Pierre-Loui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DBC"/>
    <a:srgbClr val="1E3349"/>
    <a:srgbClr val="D71440"/>
    <a:srgbClr val="1F3348"/>
    <a:srgbClr val="5C7C9A"/>
    <a:srgbClr val="54728A"/>
    <a:srgbClr val="6A8AA4"/>
    <a:srgbClr val="6989A3"/>
    <a:srgbClr val="3D5974"/>
    <a:srgbClr val="445C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2" autoAdjust="0"/>
    <p:restoredTop sz="96374" autoAdjust="0"/>
  </p:normalViewPr>
  <p:slideViewPr>
    <p:cSldViewPr>
      <p:cViewPr>
        <p:scale>
          <a:sx n="100" d="100"/>
          <a:sy n="100" d="100"/>
        </p:scale>
        <p:origin x="288" y="-192"/>
      </p:cViewPr>
      <p:guideLst>
        <p:guide orient="horz" pos="162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4" d="100"/>
          <a:sy n="84" d="100"/>
        </p:scale>
        <p:origin x="2976"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5-12-04T13:39:00.032" idx="1">
    <p:pos x="1046" y="960"/>
    <p:text>Etablissement du plan de dépôt des balises (des balises de surface auront plutôt intérêt à être déposées le plus tard possible). Contrainte de guidage pour les trois premières et contrainte de positionnement pour les trois dernière</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5-12-04T17:04:02.146" idx="2">
    <p:pos x="1444" y="956"/>
    <p:text>Replanification en mode dégradé si possible ou abandon</p:text>
    <p:extLst>
      <p:ext uri="{C676402C-5697-4E1C-873F-D02D1690AC5C}">
        <p15:threadingInfo xmlns:p15="http://schemas.microsoft.com/office/powerpoint/2012/main" timeZoneBias="-60"/>
      </p:ext>
    </p:extLst>
  </p:cm>
  <p:cm authorId="2" dt="2025-12-04T17:04:15.308" idx="3">
    <p:pos x="1664" y="1304"/>
    <p:text>Si balise guidage, évaluation de l’etat de la balise (destruction, énergie ou dérive trop importante) et mise en place d’un plan de recherche en consequence si possible avec décision de mise en attente des UUV tier-3 ou suivi des UUV tier-3. Si non découverte de la balise, évaluation de la poursuite de la mission ou océanisation
Si balise positionnement, évaluation de l’erreur de positionnement max engendrée et décision de poursuivre ou pas selon paramètres mission. Si non poursuite et mise en place d’une mission d’océanisation</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5-12-04T17:37:42.003" idx="4">
    <p:pos x="1022" y="1133"/>
    <p:text>Etablir un plan de recherche et décider si les autres tiers-3 accompagnent. Rechercher l’UUV selon le plan et rassembler les UUV et reprendre la mission. Evaluer l’etat de fonctionnement (faible energie ou panne ) décision en conséquence.</p:text>
    <p:extLst>
      <p:ext uri="{C676402C-5697-4E1C-873F-D02D1690AC5C}">
        <p15:threadingInfo xmlns:p15="http://schemas.microsoft.com/office/powerpoint/2012/main" timeZoneBias="-60"/>
      </p:ext>
    </p:extLst>
  </p:cm>
  <p:cm authorId="2" dt="2025-12-04T17:37:52.527" idx="5">
    <p:pos x="1786" y="1306"/>
    <p:text>Incapacité de rejoindre la zone dans laquel il doit opérer(la zone de dépôt, le retour vers le lanceur, la zone d’océanisation). Oceanisation ou suivi d’un cap pour s’échapper puis oceanisation</p:text>
    <p:extLst>
      <p:ext uri="{C676402C-5697-4E1C-873F-D02D1690AC5C}">
        <p15:threadingInfo xmlns:p15="http://schemas.microsoft.com/office/powerpoint/2012/main" timeZoneBias="-60"/>
      </p:ext>
    </p:extLst>
  </p:cm>
  <p:cm authorId="2" dt="2025-12-04T17:38:29.439" idx="6">
    <p:pos x="1963" y="1651"/>
    <p:text>Décision de faire redecoller du tier-3 en fonction de l’etat du tier 3 (notamment energie) et des autres tier-3. Eventuellement différé la décision de repositionnement en fonction de l’etat energetique des autres.</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5-12-04T17:44:09.701" idx="8">
    <p:pos x="1157" y="787"/>
    <p:text>Replanification en mode dégradé si possible ou abandon</p:text>
    <p:extLst>
      <p:ext uri="{C676402C-5697-4E1C-873F-D02D1690AC5C}">
        <p15:threadingInfo xmlns:p15="http://schemas.microsoft.com/office/powerpoint/2012/main" timeZoneBias="-60"/>
      </p:ext>
    </p:extLst>
  </p:cm>
  <p:cm authorId="2" dt="2025-12-04T17:44:27.773" idx="9">
    <p:pos x="1373" y="1133"/>
    <p:text>Si balise guidage, évaluation de l’etat de la balise (destruction, énergie ou dérive trop importante) et mise en place d’un plan de recherche individuelle ou collectif en consequence si possible avec décision de mise en attente des UUV tier-2 ou suivi des UUV tier-2. Si non découverte de la balise, évaluation de la poursuite de la mission ou océanisation
Si balise positionnement, évaluation de l’erreur de positionnement max engendrée et décision de poursuivre ou pas selon paramètres mission. Si non poursuite et mise en place d’une mission d’océanisation</p:text>
    <p:extLst>
      <p:ext uri="{C676402C-5697-4E1C-873F-D02D1690AC5C}">
        <p15:threadingInfo xmlns:p15="http://schemas.microsoft.com/office/powerpoint/2012/main" timeZoneBias="-60"/>
      </p:ext>
    </p:extLst>
  </p:cm>
  <p:cm authorId="2" dt="2025-12-04T17:44:37.497" idx="10">
    <p:pos x="1699" y="1306"/>
    <p:text>Incapacité de rejoindre la zone dans laquel il doit opérer(la zone de dépôt, le retour vers le lanceur, la zone d’océanisation). Oceanisation ou suivi d’un cap pour s’échapper puis oceanisation</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9C2DAFB-EBF6-42F3-B1B6-477389F57A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313AE6E-25BA-40BD-ADD9-365156E22A1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8ACFA1-6C90-49B4-9050-7F9FEFC1C32A}" type="datetimeFigureOut">
              <a:rPr lang="fr-FR" smtClean="0"/>
              <a:t>03/12/2025</a:t>
            </a:fld>
            <a:endParaRPr lang="fr-FR"/>
          </a:p>
        </p:txBody>
      </p:sp>
      <p:sp>
        <p:nvSpPr>
          <p:cNvPr id="4" name="Espace réservé du pied de page 3">
            <a:extLst>
              <a:ext uri="{FF2B5EF4-FFF2-40B4-BE49-F238E27FC236}">
                <a16:creationId xmlns:a16="http://schemas.microsoft.com/office/drawing/2014/main" id="{56DB4702-F0FA-4E28-8B5C-537809DA26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9181E5D-4D1A-4E63-82ED-099BE7F3B3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AE9E9-65AE-45A4-85F0-1A51078D305D}" type="slidenum">
              <a:rPr lang="fr-FR" smtClean="0"/>
              <a:t>‹N°›</a:t>
            </a:fld>
            <a:endParaRPr lang="fr-FR"/>
          </a:p>
        </p:txBody>
      </p:sp>
    </p:spTree>
    <p:extLst>
      <p:ext uri="{BB962C8B-B14F-4D97-AF65-F5344CB8AC3E}">
        <p14:creationId xmlns:p14="http://schemas.microsoft.com/office/powerpoint/2010/main" val="18939551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867167-FFB4-4D96-BC60-4836D96C62F0}" type="datetimeFigureOut">
              <a:rPr lang="fr-FR" smtClean="0"/>
              <a:t>03/12/2025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E2866-781A-4295-AAC8-91FBFAD84760}" type="slidenum">
              <a:rPr lang="fr-FR" smtClean="0"/>
              <a:t>‹N°›</a:t>
            </a:fld>
            <a:endParaRPr lang="fr-FR"/>
          </a:p>
        </p:txBody>
      </p:sp>
    </p:spTree>
    <p:extLst>
      <p:ext uri="{BB962C8B-B14F-4D97-AF65-F5344CB8AC3E}">
        <p14:creationId xmlns:p14="http://schemas.microsoft.com/office/powerpoint/2010/main" val="2316567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a:t>
            </a:fld>
            <a:endParaRPr lang="fr-FR" altLang="en-US"/>
          </a:p>
        </p:txBody>
      </p:sp>
    </p:spTree>
    <p:extLst>
      <p:ext uri="{BB962C8B-B14F-4D97-AF65-F5344CB8AC3E}">
        <p14:creationId xmlns:p14="http://schemas.microsoft.com/office/powerpoint/2010/main" val="1195394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3</a:t>
            </a:fld>
            <a:endParaRPr lang="fr-FR" altLang="en-US"/>
          </a:p>
        </p:txBody>
      </p:sp>
    </p:spTree>
    <p:extLst>
      <p:ext uri="{BB962C8B-B14F-4D97-AF65-F5344CB8AC3E}">
        <p14:creationId xmlns:p14="http://schemas.microsoft.com/office/powerpoint/2010/main" val="183539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4</a:t>
            </a:fld>
            <a:endParaRPr lang="fr-FR" altLang="en-US"/>
          </a:p>
        </p:txBody>
      </p:sp>
    </p:spTree>
    <p:extLst>
      <p:ext uri="{BB962C8B-B14F-4D97-AF65-F5344CB8AC3E}">
        <p14:creationId xmlns:p14="http://schemas.microsoft.com/office/powerpoint/2010/main" val="1983757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5</a:t>
            </a:fld>
            <a:endParaRPr lang="fr-FR" altLang="en-US"/>
          </a:p>
        </p:txBody>
      </p:sp>
    </p:spTree>
    <p:extLst>
      <p:ext uri="{BB962C8B-B14F-4D97-AF65-F5344CB8AC3E}">
        <p14:creationId xmlns:p14="http://schemas.microsoft.com/office/powerpoint/2010/main" val="687137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6</a:t>
            </a:fld>
            <a:endParaRPr lang="fr-FR" altLang="en-US"/>
          </a:p>
        </p:txBody>
      </p:sp>
    </p:spTree>
    <p:extLst>
      <p:ext uri="{BB962C8B-B14F-4D97-AF65-F5344CB8AC3E}">
        <p14:creationId xmlns:p14="http://schemas.microsoft.com/office/powerpoint/2010/main" val="389460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7</a:t>
            </a:fld>
            <a:endParaRPr lang="fr-FR" altLang="en-US"/>
          </a:p>
        </p:txBody>
      </p:sp>
    </p:spTree>
    <p:extLst>
      <p:ext uri="{BB962C8B-B14F-4D97-AF65-F5344CB8AC3E}">
        <p14:creationId xmlns:p14="http://schemas.microsoft.com/office/powerpoint/2010/main" val="764836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8</a:t>
            </a:fld>
            <a:endParaRPr lang="fr-FR" altLang="en-US"/>
          </a:p>
        </p:txBody>
      </p:sp>
    </p:spTree>
    <p:extLst>
      <p:ext uri="{BB962C8B-B14F-4D97-AF65-F5344CB8AC3E}">
        <p14:creationId xmlns:p14="http://schemas.microsoft.com/office/powerpoint/2010/main" val="1571186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9</a:t>
            </a:fld>
            <a:endParaRPr lang="fr-FR" altLang="en-US"/>
          </a:p>
        </p:txBody>
      </p:sp>
    </p:spTree>
    <p:extLst>
      <p:ext uri="{BB962C8B-B14F-4D97-AF65-F5344CB8AC3E}">
        <p14:creationId xmlns:p14="http://schemas.microsoft.com/office/powerpoint/2010/main" val="619170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10</a:t>
            </a:fld>
            <a:endParaRPr lang="fr-FR" altLang="en-US"/>
          </a:p>
        </p:txBody>
      </p:sp>
    </p:spTree>
    <p:extLst>
      <p:ext uri="{BB962C8B-B14F-4D97-AF65-F5344CB8AC3E}">
        <p14:creationId xmlns:p14="http://schemas.microsoft.com/office/powerpoint/2010/main" val="1702623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11</a:t>
            </a:fld>
            <a:endParaRPr lang="fr-FR" altLang="en-US"/>
          </a:p>
        </p:txBody>
      </p:sp>
    </p:spTree>
    <p:extLst>
      <p:ext uri="{BB962C8B-B14F-4D97-AF65-F5344CB8AC3E}">
        <p14:creationId xmlns:p14="http://schemas.microsoft.com/office/powerpoint/2010/main" val="1975614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12</a:t>
            </a:fld>
            <a:endParaRPr lang="fr-FR" altLang="en-US"/>
          </a:p>
        </p:txBody>
      </p:sp>
    </p:spTree>
    <p:extLst>
      <p:ext uri="{BB962C8B-B14F-4D97-AF65-F5344CB8AC3E}">
        <p14:creationId xmlns:p14="http://schemas.microsoft.com/office/powerpoint/2010/main" val="1012416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13</a:t>
            </a:fld>
            <a:endParaRPr lang="fr-FR" altLang="en-US"/>
          </a:p>
        </p:txBody>
      </p:sp>
    </p:spTree>
    <p:extLst>
      <p:ext uri="{BB962C8B-B14F-4D97-AF65-F5344CB8AC3E}">
        <p14:creationId xmlns:p14="http://schemas.microsoft.com/office/powerpoint/2010/main" val="2495136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14</a:t>
            </a:fld>
            <a:endParaRPr lang="fr-FR" altLang="en-US"/>
          </a:p>
        </p:txBody>
      </p:sp>
    </p:spTree>
    <p:extLst>
      <p:ext uri="{BB962C8B-B14F-4D97-AF65-F5344CB8AC3E}">
        <p14:creationId xmlns:p14="http://schemas.microsoft.com/office/powerpoint/2010/main" val="3301027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15</a:t>
            </a:fld>
            <a:endParaRPr lang="fr-FR" altLang="en-US"/>
          </a:p>
        </p:txBody>
      </p:sp>
    </p:spTree>
    <p:extLst>
      <p:ext uri="{BB962C8B-B14F-4D97-AF65-F5344CB8AC3E}">
        <p14:creationId xmlns:p14="http://schemas.microsoft.com/office/powerpoint/2010/main" val="2321339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16</a:t>
            </a:fld>
            <a:endParaRPr lang="fr-FR" altLang="en-US"/>
          </a:p>
        </p:txBody>
      </p:sp>
    </p:spTree>
    <p:extLst>
      <p:ext uri="{BB962C8B-B14F-4D97-AF65-F5344CB8AC3E}">
        <p14:creationId xmlns:p14="http://schemas.microsoft.com/office/powerpoint/2010/main" val="2215097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17</a:t>
            </a:fld>
            <a:endParaRPr lang="fr-FR" altLang="en-US"/>
          </a:p>
        </p:txBody>
      </p:sp>
    </p:spTree>
    <p:extLst>
      <p:ext uri="{BB962C8B-B14F-4D97-AF65-F5344CB8AC3E}">
        <p14:creationId xmlns:p14="http://schemas.microsoft.com/office/powerpoint/2010/main" val="628109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18</a:t>
            </a:fld>
            <a:endParaRPr lang="fr-FR" altLang="en-US"/>
          </a:p>
        </p:txBody>
      </p:sp>
    </p:spTree>
    <p:extLst>
      <p:ext uri="{BB962C8B-B14F-4D97-AF65-F5344CB8AC3E}">
        <p14:creationId xmlns:p14="http://schemas.microsoft.com/office/powerpoint/2010/main" val="3133021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19</a:t>
            </a:fld>
            <a:endParaRPr lang="fr-FR" altLang="en-US"/>
          </a:p>
        </p:txBody>
      </p:sp>
    </p:spTree>
    <p:extLst>
      <p:ext uri="{BB962C8B-B14F-4D97-AF65-F5344CB8AC3E}">
        <p14:creationId xmlns:p14="http://schemas.microsoft.com/office/powerpoint/2010/main" val="1798372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20</a:t>
            </a:fld>
            <a:endParaRPr lang="fr-FR" altLang="en-US"/>
          </a:p>
        </p:txBody>
      </p:sp>
    </p:spTree>
    <p:extLst>
      <p:ext uri="{BB962C8B-B14F-4D97-AF65-F5344CB8AC3E}">
        <p14:creationId xmlns:p14="http://schemas.microsoft.com/office/powerpoint/2010/main" val="3465083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21</a:t>
            </a:fld>
            <a:endParaRPr lang="fr-FR" altLang="en-US"/>
          </a:p>
        </p:txBody>
      </p:sp>
    </p:spTree>
    <p:extLst>
      <p:ext uri="{BB962C8B-B14F-4D97-AF65-F5344CB8AC3E}">
        <p14:creationId xmlns:p14="http://schemas.microsoft.com/office/powerpoint/2010/main" val="861643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22</a:t>
            </a:fld>
            <a:endParaRPr lang="fr-FR" altLang="en-US"/>
          </a:p>
        </p:txBody>
      </p:sp>
    </p:spTree>
    <p:extLst>
      <p:ext uri="{BB962C8B-B14F-4D97-AF65-F5344CB8AC3E}">
        <p14:creationId xmlns:p14="http://schemas.microsoft.com/office/powerpoint/2010/main" val="1071060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23</a:t>
            </a:fld>
            <a:endParaRPr lang="fr-FR" altLang="en-US"/>
          </a:p>
        </p:txBody>
      </p:sp>
    </p:spTree>
    <p:extLst>
      <p:ext uri="{BB962C8B-B14F-4D97-AF65-F5344CB8AC3E}">
        <p14:creationId xmlns:p14="http://schemas.microsoft.com/office/powerpoint/2010/main" val="812343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24</a:t>
            </a:fld>
            <a:endParaRPr lang="fr-FR" altLang="en-US"/>
          </a:p>
        </p:txBody>
      </p:sp>
    </p:spTree>
    <p:extLst>
      <p:ext uri="{BB962C8B-B14F-4D97-AF65-F5344CB8AC3E}">
        <p14:creationId xmlns:p14="http://schemas.microsoft.com/office/powerpoint/2010/main" val="2548202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25</a:t>
            </a:fld>
            <a:endParaRPr lang="fr-FR" altLang="en-US"/>
          </a:p>
        </p:txBody>
      </p:sp>
    </p:spTree>
    <p:extLst>
      <p:ext uri="{BB962C8B-B14F-4D97-AF65-F5344CB8AC3E}">
        <p14:creationId xmlns:p14="http://schemas.microsoft.com/office/powerpoint/2010/main" val="27379136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26</a:t>
            </a:fld>
            <a:endParaRPr lang="fr-FR" altLang="en-US"/>
          </a:p>
        </p:txBody>
      </p:sp>
    </p:spTree>
    <p:extLst>
      <p:ext uri="{BB962C8B-B14F-4D97-AF65-F5344CB8AC3E}">
        <p14:creationId xmlns:p14="http://schemas.microsoft.com/office/powerpoint/2010/main" val="27661711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endParaRPr lang="fr-FR" dirty="0"/>
          </a:p>
        </p:txBody>
      </p:sp>
      <p:sp>
        <p:nvSpPr>
          <p:cNvPr id="4" name="Espace réservé du numéro de diapositive 3"/>
          <p:cNvSpPr>
            <a:spLocks noGrp="1"/>
          </p:cNvSpPr>
          <p:nvPr>
            <p:ph type="sldNum" sz="quarter" idx="5"/>
          </p:nvPr>
        </p:nvSpPr>
        <p:spPr/>
        <p:txBody>
          <a:bodyPr/>
          <a:lstStyle/>
          <a:p>
            <a:pPr>
              <a:defRPr/>
            </a:pPr>
            <a:fld id="{0E03503B-4593-4855-8E3F-25CC393B8A5F}" type="slidenum">
              <a:rPr lang="fr-FR" altLang="en-US" smtClean="0"/>
              <a:pPr>
                <a:defRPr/>
              </a:pPr>
              <a:t>30</a:t>
            </a:fld>
            <a:endParaRPr lang="fr-FR" altLang="en-US"/>
          </a:p>
        </p:txBody>
      </p:sp>
    </p:spTree>
    <p:extLst>
      <p:ext uri="{BB962C8B-B14F-4D97-AF65-F5344CB8AC3E}">
        <p14:creationId xmlns:p14="http://schemas.microsoft.com/office/powerpoint/2010/main" val="32924449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ED3DBF-D938-46B2-81B2-6526424FF306}"/>
              </a:ext>
            </a:extLst>
          </p:cNvPr>
          <p:cNvSpPr/>
          <p:nvPr userDrawn="1"/>
        </p:nvSpPr>
        <p:spPr>
          <a:xfrm>
            <a:off x="0" y="4456771"/>
            <a:ext cx="9135268" cy="6743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userDrawn="1"/>
        </p:nvSpPr>
        <p:spPr>
          <a:xfrm>
            <a:off x="7633726" y="4640488"/>
            <a:ext cx="1256433" cy="261610"/>
          </a:xfrm>
          <a:prstGeom prst="rect">
            <a:avLst/>
          </a:prstGeom>
          <a:noFill/>
        </p:spPr>
        <p:txBody>
          <a:bodyPr wrap="square" rtlCol="0">
            <a:spAutoFit/>
          </a:bodyPr>
          <a:lstStyle/>
          <a:p>
            <a:pPr algn="r"/>
            <a:r>
              <a:rPr lang="fr-FR" sz="1100" b="1" kern="0" spc="-20" dirty="0">
                <a:solidFill>
                  <a:schemeClr val="tx2"/>
                </a:solidFill>
                <a:latin typeface="Arial" panose="020B0604020202020204" pitchFamily="34" charset="0"/>
                <a:cs typeface="Arial" panose="020B0604020202020204" pitchFamily="34" charset="0"/>
              </a:rPr>
              <a:t>POWER AT SEA</a:t>
            </a:r>
          </a:p>
        </p:txBody>
      </p:sp>
      <p:sp>
        <p:nvSpPr>
          <p:cNvPr id="23" name="Espace réservé du texte vertical 22"/>
          <p:cNvSpPr>
            <a:spLocks noGrp="1"/>
          </p:cNvSpPr>
          <p:nvPr>
            <p:ph type="body" orient="vert" sz="quarter" idx="11"/>
          </p:nvPr>
        </p:nvSpPr>
        <p:spPr>
          <a:xfrm rot="10800000">
            <a:off x="8846514" y="-1552"/>
            <a:ext cx="306218" cy="4341379"/>
          </a:xfrm>
        </p:spPr>
        <p:txBody>
          <a:bodyPr vert="eaVert">
            <a:noAutofit/>
          </a:bodyPr>
          <a:lstStyle>
            <a:lvl1pPr marL="0" indent="0" algn="ctr">
              <a:lnSpc>
                <a:spcPct val="100000"/>
              </a:lnSpc>
              <a:buNone/>
              <a:defRPr sz="600">
                <a:solidFill>
                  <a:schemeClr val="bg1"/>
                </a:solidFill>
                <a:latin typeface="Arial" panose="020B0604020202020204" pitchFamily="34" charset="0"/>
                <a:cs typeface="Arial" panose="020B0604020202020204" pitchFamily="34" charset="0"/>
              </a:defRPr>
            </a:lvl1pPr>
          </a:lstStyle>
          <a:p>
            <a:pPr lvl="0"/>
            <a:r>
              <a:rPr lang="fr-FR" dirty="0"/>
              <a:t>Cliquez pour modifier les styles du texte du masque</a:t>
            </a:r>
          </a:p>
        </p:txBody>
      </p:sp>
      <p:cxnSp>
        <p:nvCxnSpPr>
          <p:cNvPr id="16" name="Connecteur droit 15"/>
          <p:cNvCxnSpPr/>
          <p:nvPr userDrawn="1"/>
        </p:nvCxnSpPr>
        <p:spPr>
          <a:xfrm>
            <a:off x="670719" y="2759581"/>
            <a:ext cx="909638" cy="0"/>
          </a:xfrm>
          <a:prstGeom prst="line">
            <a:avLst/>
          </a:prstGeom>
          <a:ln w="31750" cmpd="sng">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5" name="Triangle isocèle 14"/>
          <p:cNvSpPr/>
          <p:nvPr userDrawn="1"/>
        </p:nvSpPr>
        <p:spPr>
          <a:xfrm rot="10800000">
            <a:off x="603558" y="183958"/>
            <a:ext cx="203747" cy="163003"/>
          </a:xfrm>
          <a:prstGeom prst="triangle">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latin typeface="Arial" panose="020B0604020202020204" pitchFamily="34" charset="0"/>
              <a:cs typeface="Arial" panose="020B0604020202020204" pitchFamily="34" charset="0"/>
            </a:endParaRPr>
          </a:p>
        </p:txBody>
      </p:sp>
      <p:pic>
        <p:nvPicPr>
          <p:cNvPr id="97" name="Image 96">
            <a:extLst>
              <a:ext uri="{FF2B5EF4-FFF2-40B4-BE49-F238E27FC236}">
                <a16:creationId xmlns:a16="http://schemas.microsoft.com/office/drawing/2014/main" id="{09E2E3A8-06AB-9FE9-2362-5553FB537F1F}"/>
              </a:ext>
            </a:extLst>
          </p:cNvPr>
          <p:cNvPicPr>
            <a:picLocks noChangeAspect="1"/>
          </p:cNvPicPr>
          <p:nvPr userDrawn="1"/>
        </p:nvPicPr>
        <p:blipFill rotWithShape="1">
          <a:blip r:embed="rId2"/>
          <a:srcRect t="-1631" r="45520" b="1631"/>
          <a:stretch/>
        </p:blipFill>
        <p:spPr>
          <a:xfrm>
            <a:off x="0" y="4348879"/>
            <a:ext cx="1800200" cy="890093"/>
          </a:xfrm>
          <a:prstGeom prst="rect">
            <a:avLst/>
          </a:prstGeom>
        </p:spPr>
      </p:pic>
      <p:sp>
        <p:nvSpPr>
          <p:cNvPr id="10" name="Rectangle 9">
            <a:extLst>
              <a:ext uri="{FF2B5EF4-FFF2-40B4-BE49-F238E27FC236}">
                <a16:creationId xmlns:a16="http://schemas.microsoft.com/office/drawing/2014/main" id="{2AD7E0DA-7539-4D1C-8799-AFE8267B5937}"/>
              </a:ext>
            </a:extLst>
          </p:cNvPr>
          <p:cNvSpPr/>
          <p:nvPr userDrawn="1"/>
        </p:nvSpPr>
        <p:spPr>
          <a:xfrm>
            <a:off x="4036857" y="4740506"/>
            <a:ext cx="1070286" cy="218531"/>
          </a:xfrm>
          <a:prstGeom prst="rect">
            <a:avLst/>
          </a:prstGeom>
          <a:solidFill>
            <a:schemeClr val="bg1"/>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lIns="121919" tIns="60960" rIns="121919" bIns="60960" rtlCol="0" anchor="ctr"/>
          <a:lstStyle/>
          <a:p>
            <a:pPr algn="ctr"/>
            <a:r>
              <a:rPr lang="fr-FR" sz="600" i="1" dirty="0" err="1">
                <a:solidFill>
                  <a:prstClr val="black"/>
                </a:solidFill>
                <a:latin typeface="Arial" panose="020B0604020202020204" pitchFamily="34" charset="0"/>
                <a:cs typeface="Arial" panose="020B0604020202020204" pitchFamily="34" charset="0"/>
              </a:rPr>
              <a:t>Corporate</a:t>
            </a:r>
            <a:r>
              <a:rPr lang="fr-FR" sz="600" i="1" dirty="0">
                <a:solidFill>
                  <a:prstClr val="black"/>
                </a:solidFill>
                <a:latin typeface="Arial" panose="020B0604020202020204" pitchFamily="34" charset="0"/>
                <a:cs typeface="Arial" panose="020B0604020202020204" pitchFamily="34" charset="0"/>
              </a:rPr>
              <a:t> </a:t>
            </a:r>
            <a:r>
              <a:rPr lang="fr-FR" sz="600" i="1" dirty="0" err="1">
                <a:solidFill>
                  <a:prstClr val="black"/>
                </a:solidFill>
                <a:latin typeface="Arial" panose="020B0604020202020204" pitchFamily="34" charset="0"/>
                <a:cs typeface="Arial" panose="020B0604020202020204" pitchFamily="34" charset="0"/>
              </a:rPr>
              <a:t>sensitivity</a:t>
            </a:r>
            <a:endParaRPr lang="fr-FR" sz="600" i="1" dirty="0">
              <a:solidFill>
                <a:prstClr val="black"/>
              </a:solidFill>
              <a:latin typeface="Arial" panose="020B0604020202020204" pitchFamily="34" charset="0"/>
              <a:cs typeface="Arial" panose="020B0604020202020204" pitchFamily="34" charset="0"/>
            </a:endParaRPr>
          </a:p>
          <a:p>
            <a:pPr algn="ctr"/>
            <a:r>
              <a:rPr lang="fr-FR" sz="600" b="1" dirty="0">
                <a:solidFill>
                  <a:prstClr val="black"/>
                </a:solidFill>
                <a:latin typeface="Arial" panose="020B0604020202020204" pitchFamily="34" charset="0"/>
                <a:cs typeface="Arial" panose="020B0604020202020204" pitchFamily="34" charset="0"/>
              </a:rPr>
              <a:t>PUBLIC</a:t>
            </a:r>
          </a:p>
        </p:txBody>
      </p:sp>
    </p:spTree>
    <p:extLst>
      <p:ext uri="{BB962C8B-B14F-4D97-AF65-F5344CB8AC3E}">
        <p14:creationId xmlns:p14="http://schemas.microsoft.com/office/powerpoint/2010/main" val="52814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B8D212-B615-4506-B7AD-10D85FFD3FE6}"/>
              </a:ext>
            </a:extLst>
          </p:cNvPr>
          <p:cNvSpPr/>
          <p:nvPr userDrawn="1"/>
        </p:nvSpPr>
        <p:spPr>
          <a:xfrm>
            <a:off x="0" y="0"/>
            <a:ext cx="9144000" cy="5143500"/>
          </a:xfrm>
          <a:prstGeom prst="rect">
            <a:avLst/>
          </a:prstGeom>
          <a:gradFill flip="none" rotWithShape="1">
            <a:gsLst>
              <a:gs pos="100000">
                <a:schemeClr val="bg1">
                  <a:alpha val="66000"/>
                </a:schemeClr>
              </a:gs>
              <a:gs pos="36000">
                <a:srgbClr val="8F99A4"/>
              </a:gs>
              <a:gs pos="0">
                <a:srgbClr val="1E3349"/>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00A5A651-4611-4913-81A8-5F150CE3ADE3}"/>
              </a:ext>
            </a:extLst>
          </p:cNvPr>
          <p:cNvSpPr/>
          <p:nvPr userDrawn="1"/>
        </p:nvSpPr>
        <p:spPr>
          <a:xfrm>
            <a:off x="-8141" y="806054"/>
            <a:ext cx="9160282" cy="3140869"/>
          </a:xfrm>
          <a:prstGeom prst="rect">
            <a:avLst/>
          </a:prstGeom>
          <a:solidFill>
            <a:srgbClr val="1F33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latin typeface="NavalGroup Sans Light"/>
            </a:endParaRPr>
          </a:p>
        </p:txBody>
      </p:sp>
      <p:sp>
        <p:nvSpPr>
          <p:cNvPr id="3" name="Titre 1">
            <a:extLst>
              <a:ext uri="{FF2B5EF4-FFF2-40B4-BE49-F238E27FC236}">
                <a16:creationId xmlns:a16="http://schemas.microsoft.com/office/drawing/2014/main" id="{6A696680-6396-4DBC-A577-E4143D492459}"/>
              </a:ext>
            </a:extLst>
          </p:cNvPr>
          <p:cNvSpPr>
            <a:spLocks noGrp="1"/>
          </p:cNvSpPr>
          <p:nvPr>
            <p:ph type="ctrTitle"/>
          </p:nvPr>
        </p:nvSpPr>
        <p:spPr>
          <a:xfrm>
            <a:off x="735655" y="1730234"/>
            <a:ext cx="7851593" cy="944031"/>
          </a:xfrm>
          <a:prstGeom prst="rect">
            <a:avLst/>
          </a:prstGeom>
        </p:spPr>
        <p:txBody>
          <a:bodyPr anchor="t">
            <a:noAutofit/>
          </a:bodyPr>
          <a:lstStyle>
            <a:lvl1pPr algn="l">
              <a:lnSpc>
                <a:spcPct val="80000"/>
              </a:lnSpc>
              <a:defRPr sz="3500" b="1" i="0" cap="all" baseline="0">
                <a:solidFill>
                  <a:srgbClr val="FFFFFF"/>
                </a:solidFill>
                <a:latin typeface="NavalGroup Sans Regular"/>
                <a:cs typeface="NavalGroup Sans Regular"/>
              </a:defRPr>
            </a:lvl1pPr>
          </a:lstStyle>
          <a:p>
            <a:endParaRPr lang="fr-FR" dirty="0"/>
          </a:p>
        </p:txBody>
      </p:sp>
      <p:sp>
        <p:nvSpPr>
          <p:cNvPr id="4" name="Sous-titre 2">
            <a:extLst>
              <a:ext uri="{FF2B5EF4-FFF2-40B4-BE49-F238E27FC236}">
                <a16:creationId xmlns:a16="http://schemas.microsoft.com/office/drawing/2014/main" id="{17C44F00-2A14-4622-A013-19A5AD4AC6B6}"/>
              </a:ext>
            </a:extLst>
          </p:cNvPr>
          <p:cNvSpPr>
            <a:spLocks noGrp="1"/>
          </p:cNvSpPr>
          <p:nvPr>
            <p:ph type="subTitle" idx="1"/>
          </p:nvPr>
        </p:nvSpPr>
        <p:spPr>
          <a:xfrm>
            <a:off x="736520" y="2753615"/>
            <a:ext cx="7847245" cy="603976"/>
          </a:xfrm>
          <a:prstGeom prst="rect">
            <a:avLst/>
          </a:prstGeom>
        </p:spPr>
        <p:txBody>
          <a:bodyPr>
            <a:normAutofit/>
          </a:bodyPr>
          <a:lstStyle>
            <a:lvl1pPr marL="0" indent="0" algn="l">
              <a:buNone/>
              <a:defRPr sz="2000" b="0" spc="130">
                <a:solidFill>
                  <a:schemeClr val="bg1"/>
                </a:solidFill>
                <a:latin typeface="NavalGroup Sans Regular"/>
                <a:cs typeface="NavalGroup Sans Regul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fr-FR" dirty="0"/>
          </a:p>
        </p:txBody>
      </p:sp>
      <p:cxnSp>
        <p:nvCxnSpPr>
          <p:cNvPr id="10" name="Connecteur droit 9">
            <a:extLst>
              <a:ext uri="{FF2B5EF4-FFF2-40B4-BE49-F238E27FC236}">
                <a16:creationId xmlns:a16="http://schemas.microsoft.com/office/drawing/2014/main" id="{073E1C25-00DE-46D9-B187-A1823F6D31EE}"/>
              </a:ext>
            </a:extLst>
          </p:cNvPr>
          <p:cNvCxnSpPr/>
          <p:nvPr userDrawn="1"/>
        </p:nvCxnSpPr>
        <p:spPr>
          <a:xfrm>
            <a:off x="821775" y="2684460"/>
            <a:ext cx="776839" cy="0"/>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Triangle isocèle 10">
            <a:extLst>
              <a:ext uri="{FF2B5EF4-FFF2-40B4-BE49-F238E27FC236}">
                <a16:creationId xmlns:a16="http://schemas.microsoft.com/office/drawing/2014/main" id="{915382B9-E412-4CD6-B888-071DC51D46D6}"/>
              </a:ext>
            </a:extLst>
          </p:cNvPr>
          <p:cNvSpPr/>
          <p:nvPr userDrawn="1"/>
        </p:nvSpPr>
        <p:spPr>
          <a:xfrm rot="10800000">
            <a:off x="751359" y="1559142"/>
            <a:ext cx="203747" cy="163003"/>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latin typeface="NavalGroup Sans Light"/>
            </a:endParaRPr>
          </a:p>
        </p:txBody>
      </p:sp>
    </p:spTree>
    <p:extLst>
      <p:ext uri="{BB962C8B-B14F-4D97-AF65-F5344CB8AC3E}">
        <p14:creationId xmlns:p14="http://schemas.microsoft.com/office/powerpoint/2010/main" val="4213990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u - disposition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279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8A68F-E9C8-70EC-08D3-4284DDA3C79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E2BEFC-6AB8-8FC2-3723-6BAF6E7C7D4C}"/>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C4C145E-57D0-AC58-C8A9-05B8FA38600F}"/>
              </a:ext>
            </a:extLst>
          </p:cNvPr>
          <p:cNvSpPr>
            <a:spLocks noGrp="1"/>
          </p:cNvSpPr>
          <p:nvPr>
            <p:ph type="dt" sz="half" idx="10"/>
          </p:nvPr>
        </p:nvSpPr>
        <p:spPr/>
        <p:txBody>
          <a:bodyPr/>
          <a:lstStyle/>
          <a:p>
            <a:fld id="{1862430D-315D-416E-A067-40E16D103EE4}" type="datetimeFigureOut">
              <a:rPr lang="fr-FR" smtClean="0"/>
              <a:t>27/11/2025</a:t>
            </a:fld>
            <a:endParaRPr lang="fr-FR"/>
          </a:p>
        </p:txBody>
      </p:sp>
      <p:sp>
        <p:nvSpPr>
          <p:cNvPr id="5" name="Espace réservé du pied de page 4">
            <a:extLst>
              <a:ext uri="{FF2B5EF4-FFF2-40B4-BE49-F238E27FC236}">
                <a16:creationId xmlns:a16="http://schemas.microsoft.com/office/drawing/2014/main" id="{7EDDE4CB-29A4-8E81-9990-58CF64E397F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11FD74-95E1-E022-10B9-997F6336FA02}"/>
              </a:ext>
            </a:extLst>
          </p:cNvPr>
          <p:cNvSpPr>
            <a:spLocks noGrp="1"/>
          </p:cNvSpPr>
          <p:nvPr>
            <p:ph type="sldNum" sz="quarter" idx="12"/>
          </p:nvPr>
        </p:nvSpPr>
        <p:spPr/>
        <p:txBody>
          <a:bodyPr/>
          <a:lstStyle/>
          <a:p>
            <a:fld id="{CE8EF2EC-E506-4025-819E-5E52EC93711D}" type="slidenum">
              <a:rPr lang="fr-FR" smtClean="0"/>
              <a:t>‹N°›</a:t>
            </a:fld>
            <a:endParaRPr lang="fr-FR"/>
          </a:p>
        </p:txBody>
      </p:sp>
    </p:spTree>
    <p:extLst>
      <p:ext uri="{BB962C8B-B14F-4D97-AF65-F5344CB8AC3E}">
        <p14:creationId xmlns:p14="http://schemas.microsoft.com/office/powerpoint/2010/main" val="3748132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7" name="Rectangle 16">
            <a:extLst>
              <a:ext uri="{FF2B5EF4-FFF2-40B4-BE49-F238E27FC236}">
                <a16:creationId xmlns:a16="http://schemas.microsoft.com/office/drawing/2014/main" id="{19799548-824D-4F4D-966B-C6089D5DFAE9}"/>
              </a:ext>
            </a:extLst>
          </p:cNvPr>
          <p:cNvSpPr/>
          <p:nvPr userDrawn="1"/>
        </p:nvSpPr>
        <p:spPr>
          <a:xfrm>
            <a:off x="107504" y="4731990"/>
            <a:ext cx="421910" cy="200055"/>
          </a:xfrm>
          <a:prstGeom prst="rect">
            <a:avLst/>
          </a:prstGeom>
        </p:spPr>
        <p:txBody>
          <a:bodyPr wrap="none">
            <a:spAutoFit/>
          </a:bodyPr>
          <a:lstStyle/>
          <a:p>
            <a:r>
              <a:rPr lang="fr-FR" sz="700" dirty="0">
                <a:solidFill>
                  <a:schemeClr val="bg1"/>
                </a:solidFill>
              </a:rPr>
              <a:t>NAIAD</a:t>
            </a:r>
          </a:p>
        </p:txBody>
      </p:sp>
      <p:cxnSp>
        <p:nvCxnSpPr>
          <p:cNvPr id="12" name="Connecteur droit 11">
            <a:extLst>
              <a:ext uri="{FF2B5EF4-FFF2-40B4-BE49-F238E27FC236}">
                <a16:creationId xmlns:a16="http://schemas.microsoft.com/office/drawing/2014/main" id="{9A4C1F91-4894-4608-BB0B-464A0285CCD8}"/>
              </a:ext>
            </a:extLst>
          </p:cNvPr>
          <p:cNvCxnSpPr/>
          <p:nvPr userDrawn="1"/>
        </p:nvCxnSpPr>
        <p:spPr>
          <a:xfrm>
            <a:off x="215516" y="489930"/>
            <a:ext cx="8712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D78DF62-548B-49A4-9A25-19761051597A}"/>
              </a:ext>
            </a:extLst>
          </p:cNvPr>
          <p:cNvCxnSpPr/>
          <p:nvPr userDrawn="1"/>
        </p:nvCxnSpPr>
        <p:spPr>
          <a:xfrm>
            <a:off x="215516" y="124520"/>
            <a:ext cx="8712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926A605-5CBF-408A-AD36-12824AC5A708}"/>
              </a:ext>
            </a:extLst>
          </p:cNvPr>
          <p:cNvSpPr/>
          <p:nvPr userDrawn="1"/>
        </p:nvSpPr>
        <p:spPr>
          <a:xfrm>
            <a:off x="6354987" y="4759693"/>
            <a:ext cx="2342308" cy="200055"/>
          </a:xfrm>
          <a:prstGeom prst="rect">
            <a:avLst/>
          </a:prstGeom>
        </p:spPr>
        <p:txBody>
          <a:bodyPr wrap="none">
            <a:spAutoFit/>
          </a:bodyPr>
          <a:lstStyle/>
          <a:p>
            <a:r>
              <a:rPr lang="fr-FR" sz="700" dirty="0">
                <a:solidFill>
                  <a:schemeClr val="bg1"/>
                </a:solidFill>
              </a:rPr>
              <a:t>© Propriété Naval Group SA, « 2025 », tous droits réserves</a:t>
            </a:r>
          </a:p>
        </p:txBody>
      </p:sp>
      <p:cxnSp>
        <p:nvCxnSpPr>
          <p:cNvPr id="23" name="Connecteur droit 22">
            <a:extLst>
              <a:ext uri="{FF2B5EF4-FFF2-40B4-BE49-F238E27FC236}">
                <a16:creationId xmlns:a16="http://schemas.microsoft.com/office/drawing/2014/main" id="{29A96CCE-48DF-4DA1-B6AC-F2FA49656078}"/>
              </a:ext>
            </a:extLst>
          </p:cNvPr>
          <p:cNvCxnSpPr/>
          <p:nvPr userDrawn="1"/>
        </p:nvCxnSpPr>
        <p:spPr>
          <a:xfrm>
            <a:off x="215516" y="5018980"/>
            <a:ext cx="8712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5B4B662B-5E09-434A-B023-BB513004EC80}"/>
              </a:ext>
            </a:extLst>
          </p:cNvPr>
          <p:cNvCxnSpPr/>
          <p:nvPr userDrawn="1"/>
        </p:nvCxnSpPr>
        <p:spPr>
          <a:xfrm>
            <a:off x="215516" y="4653570"/>
            <a:ext cx="8712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B6FD568A-EC7C-456A-8E84-25A02F964FD9}"/>
              </a:ext>
            </a:extLst>
          </p:cNvPr>
          <p:cNvCxnSpPr>
            <a:cxnSpLocks/>
          </p:cNvCxnSpPr>
          <p:nvPr userDrawn="1"/>
        </p:nvCxnSpPr>
        <p:spPr>
          <a:xfrm>
            <a:off x="2051720" y="4694944"/>
            <a:ext cx="0" cy="2880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35443327-5F33-4E19-8093-3EFAE86E2ED3}"/>
              </a:ext>
            </a:extLst>
          </p:cNvPr>
          <p:cNvCxnSpPr>
            <a:cxnSpLocks/>
          </p:cNvCxnSpPr>
          <p:nvPr userDrawn="1"/>
        </p:nvCxnSpPr>
        <p:spPr>
          <a:xfrm>
            <a:off x="6408659" y="4694944"/>
            <a:ext cx="0" cy="2880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Image 34">
            <a:extLst>
              <a:ext uri="{FF2B5EF4-FFF2-40B4-BE49-F238E27FC236}">
                <a16:creationId xmlns:a16="http://schemas.microsoft.com/office/drawing/2014/main" id="{FB6707A8-5396-4045-997B-5CA3ECD67359}"/>
              </a:ext>
            </a:extLst>
          </p:cNvPr>
          <p:cNvPicPr>
            <a:picLocks noChangeAspect="1"/>
          </p:cNvPicPr>
          <p:nvPr userDrawn="1"/>
        </p:nvPicPr>
        <p:blipFill rotWithShape="1">
          <a:blip r:embed="rId7"/>
          <a:srcRect l="50029" t="-3025" r="4543"/>
          <a:stretch/>
        </p:blipFill>
        <p:spPr>
          <a:xfrm>
            <a:off x="7848364" y="118798"/>
            <a:ext cx="1080120" cy="376855"/>
          </a:xfrm>
          <a:prstGeom prst="rect">
            <a:avLst/>
          </a:prstGeom>
        </p:spPr>
      </p:pic>
      <p:sp>
        <p:nvSpPr>
          <p:cNvPr id="16" name="Rectangle 15">
            <a:extLst>
              <a:ext uri="{FF2B5EF4-FFF2-40B4-BE49-F238E27FC236}">
                <a16:creationId xmlns:a16="http://schemas.microsoft.com/office/drawing/2014/main" id="{197D712F-3211-4428-800A-EC5832826067}"/>
              </a:ext>
            </a:extLst>
          </p:cNvPr>
          <p:cNvSpPr/>
          <p:nvPr userDrawn="1"/>
        </p:nvSpPr>
        <p:spPr>
          <a:xfrm>
            <a:off x="4036857" y="4740506"/>
            <a:ext cx="1070286" cy="218531"/>
          </a:xfrm>
          <a:prstGeom prst="rect">
            <a:avLst/>
          </a:prstGeom>
          <a:solidFill>
            <a:schemeClr val="bg1"/>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lIns="121919" tIns="60960" rIns="121919" bIns="60960" rtlCol="0" anchor="ctr"/>
          <a:lstStyle/>
          <a:p>
            <a:pPr algn="ctr"/>
            <a:r>
              <a:rPr lang="fr-FR" sz="600" i="1" dirty="0" err="1">
                <a:solidFill>
                  <a:prstClr val="black"/>
                </a:solidFill>
                <a:latin typeface="Arial" panose="020B0604020202020204" pitchFamily="34" charset="0"/>
                <a:cs typeface="Arial" panose="020B0604020202020204" pitchFamily="34" charset="0"/>
              </a:rPr>
              <a:t>Corporate</a:t>
            </a:r>
            <a:r>
              <a:rPr lang="fr-FR" sz="600" i="1" dirty="0">
                <a:solidFill>
                  <a:prstClr val="black"/>
                </a:solidFill>
                <a:latin typeface="Arial" panose="020B0604020202020204" pitchFamily="34" charset="0"/>
                <a:cs typeface="Arial" panose="020B0604020202020204" pitchFamily="34" charset="0"/>
              </a:rPr>
              <a:t> </a:t>
            </a:r>
            <a:r>
              <a:rPr lang="fr-FR" sz="600" i="1" dirty="0" err="1">
                <a:solidFill>
                  <a:prstClr val="black"/>
                </a:solidFill>
                <a:latin typeface="Arial" panose="020B0604020202020204" pitchFamily="34" charset="0"/>
                <a:cs typeface="Arial" panose="020B0604020202020204" pitchFamily="34" charset="0"/>
              </a:rPr>
              <a:t>sensitivity</a:t>
            </a:r>
            <a:endParaRPr lang="fr-FR" sz="600" i="1" dirty="0">
              <a:solidFill>
                <a:prstClr val="black"/>
              </a:solidFill>
              <a:latin typeface="Arial" panose="020B0604020202020204" pitchFamily="34" charset="0"/>
              <a:cs typeface="Arial" panose="020B0604020202020204" pitchFamily="34" charset="0"/>
            </a:endParaRPr>
          </a:p>
          <a:p>
            <a:pPr algn="ctr"/>
            <a:r>
              <a:rPr lang="fr-FR" sz="600" b="1" dirty="0">
                <a:solidFill>
                  <a:prstClr val="black"/>
                </a:solidFill>
                <a:latin typeface="Arial" panose="020B0604020202020204" pitchFamily="34" charset="0"/>
                <a:cs typeface="Arial" panose="020B0604020202020204" pitchFamily="34" charset="0"/>
              </a:rPr>
              <a:t>PUBLIC</a:t>
            </a:r>
          </a:p>
        </p:txBody>
      </p:sp>
    </p:spTree>
    <p:extLst>
      <p:ext uri="{BB962C8B-B14F-4D97-AF65-F5344CB8AC3E}">
        <p14:creationId xmlns:p14="http://schemas.microsoft.com/office/powerpoint/2010/main" val="3659140732"/>
      </p:ext>
    </p:extLst>
  </p:cSld>
  <p:clrMap bg1="lt1" tx1="dk1" bg2="lt2" tx2="dk2" accent1="accent1" accent2="accent2" accent3="accent3" accent4="accent4" accent5="accent5" accent6="accent6" hlink="hlink" folHlink="folHlink"/>
  <p:sldLayoutIdLst>
    <p:sldLayoutId id="2147483658" r:id="rId1"/>
    <p:sldLayoutId id="2147483651" r:id="rId2"/>
    <p:sldLayoutId id="2147483656" r:id="rId3"/>
    <p:sldLayoutId id="2147483659"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comments" Target="../comments/comment1.xml"/><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6.sv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6.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comments" Target="../comments/comment2.xml"/><Relationship Id="rId5" Type="http://schemas.openxmlformats.org/officeDocument/2006/relationships/image" Target="../media/image6.sv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comments" Target="../comments/comment3.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6.sv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comments" Target="../comments/comment4.xml"/><Relationship Id="rId5" Type="http://schemas.openxmlformats.org/officeDocument/2006/relationships/image" Target="../media/image6.sv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vertical 4">
            <a:extLst>
              <a:ext uri="{FF2B5EF4-FFF2-40B4-BE49-F238E27FC236}">
                <a16:creationId xmlns:a16="http://schemas.microsoft.com/office/drawing/2014/main" id="{245EAF9E-0B3E-4F32-8694-2919259FDFCE}"/>
              </a:ext>
            </a:extLst>
          </p:cNvPr>
          <p:cNvSpPr>
            <a:spLocks noGrp="1"/>
          </p:cNvSpPr>
          <p:nvPr>
            <p:ph type="body" orient="vert" sz="quarter" idx="11"/>
          </p:nvPr>
        </p:nvSpPr>
        <p:spPr/>
        <p:txBody>
          <a:bodyPr/>
          <a:lstStyle/>
          <a:p>
            <a:r>
              <a:rPr lang="fr-FR" dirty="0"/>
              <a:t>NAVAL GROUP SA - 2024</a:t>
            </a:r>
          </a:p>
        </p:txBody>
      </p:sp>
      <p:sp>
        <p:nvSpPr>
          <p:cNvPr id="7" name="Espace réservé du texte 6">
            <a:extLst>
              <a:ext uri="{FF2B5EF4-FFF2-40B4-BE49-F238E27FC236}">
                <a16:creationId xmlns:a16="http://schemas.microsoft.com/office/drawing/2014/main" id="{47163DA1-E2B1-4B86-B592-2A9382B39992}"/>
              </a:ext>
            </a:extLst>
          </p:cNvPr>
          <p:cNvSpPr>
            <a:spLocks noGrp="1"/>
          </p:cNvSpPr>
          <p:nvPr>
            <p:ph type="body" sz="quarter" idx="4294967295"/>
          </p:nvPr>
        </p:nvSpPr>
        <p:spPr>
          <a:xfrm>
            <a:off x="643561" y="2787774"/>
            <a:ext cx="7847012" cy="346075"/>
          </a:xfrm>
          <a:prstGeom prst="rect">
            <a:avLst/>
          </a:prstGeom>
        </p:spPr>
        <p:txBody>
          <a:bodyPr/>
          <a:lstStyle/>
          <a:p>
            <a:pPr marL="0" indent="0">
              <a:buNone/>
            </a:pPr>
            <a:r>
              <a:rPr lang="fr-FR" sz="1600" dirty="0">
                <a:solidFill>
                  <a:schemeClr val="bg1"/>
                </a:solidFill>
              </a:rPr>
              <a:t>Naval Group</a:t>
            </a:r>
          </a:p>
        </p:txBody>
      </p:sp>
      <p:sp>
        <p:nvSpPr>
          <p:cNvPr id="8" name="Espace réservé du texte 7">
            <a:extLst>
              <a:ext uri="{FF2B5EF4-FFF2-40B4-BE49-F238E27FC236}">
                <a16:creationId xmlns:a16="http://schemas.microsoft.com/office/drawing/2014/main" id="{173343BD-16DC-4695-8C35-22D7145C4BA5}"/>
              </a:ext>
            </a:extLst>
          </p:cNvPr>
          <p:cNvSpPr>
            <a:spLocks noGrp="1"/>
          </p:cNvSpPr>
          <p:nvPr>
            <p:ph type="body" sz="quarter" idx="4294967295"/>
          </p:nvPr>
        </p:nvSpPr>
        <p:spPr>
          <a:xfrm>
            <a:off x="539552" y="2063079"/>
            <a:ext cx="6081713" cy="1795463"/>
          </a:xfrm>
          <a:prstGeom prst="rect">
            <a:avLst/>
          </a:prstGeom>
        </p:spPr>
        <p:txBody>
          <a:bodyPr/>
          <a:lstStyle/>
          <a:p>
            <a:pPr marL="0" indent="0">
              <a:buNone/>
            </a:pPr>
            <a:r>
              <a:rPr lang="fr-FR" b="1" i="1" dirty="0">
                <a:solidFill>
                  <a:schemeClr val="bg1"/>
                </a:solidFill>
              </a:rPr>
              <a:t>USE CASE NAIAD</a:t>
            </a:r>
            <a:endParaRPr lang="fr-FR" b="1" dirty="0">
              <a:solidFill>
                <a:schemeClr val="bg1"/>
              </a:solidFill>
            </a:endParaRPr>
          </a:p>
        </p:txBody>
      </p:sp>
    </p:spTree>
    <p:extLst>
      <p:ext uri="{BB962C8B-B14F-4D97-AF65-F5344CB8AC3E}">
        <p14:creationId xmlns:p14="http://schemas.microsoft.com/office/powerpoint/2010/main" val="3828872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013611" cy="369332"/>
          </a:xfrm>
          <a:prstGeom prst="rect">
            <a:avLst/>
          </a:prstGeom>
          <a:noFill/>
        </p:spPr>
        <p:txBody>
          <a:bodyPr wrap="none" rtlCol="0">
            <a:spAutoFit/>
          </a:bodyPr>
          <a:lstStyle/>
          <a:p>
            <a:r>
              <a:rPr lang="fr-FR" dirty="0">
                <a:solidFill>
                  <a:schemeClr val="bg1"/>
                </a:solidFill>
              </a:rPr>
              <a:t>Objectifs</a:t>
            </a:r>
          </a:p>
        </p:txBody>
      </p:sp>
      <p:sp>
        <p:nvSpPr>
          <p:cNvPr id="16" name="Espace réservé du contenu 2">
            <a:extLst>
              <a:ext uri="{FF2B5EF4-FFF2-40B4-BE49-F238E27FC236}">
                <a16:creationId xmlns:a16="http://schemas.microsoft.com/office/drawing/2014/main" id="{6204B0CD-5B85-4E6B-8EE1-AE7DE0B48DC1}"/>
              </a:ext>
            </a:extLst>
          </p:cNvPr>
          <p:cNvSpPr txBox="1">
            <a:spLocks/>
          </p:cNvSpPr>
          <p:nvPr/>
        </p:nvSpPr>
        <p:spPr>
          <a:xfrm>
            <a:off x="107504" y="654776"/>
            <a:ext cx="3734238" cy="38339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sz="2000" dirty="0">
                <a:solidFill>
                  <a:schemeClr val="bg1"/>
                </a:solidFill>
              </a:rPr>
              <a:t>Depuis une plateforme distante déployer plusieurs UUV dans une zone géographique limitée avec une précision de positionnement inférieur à 10m sans possibilité de refaire surface pour acquérir une position GPS</a:t>
            </a:r>
          </a:p>
        </p:txBody>
      </p:sp>
      <p:pic>
        <p:nvPicPr>
          <p:cNvPr id="13" name="Image 12">
            <a:extLst>
              <a:ext uri="{FF2B5EF4-FFF2-40B4-BE49-F238E27FC236}">
                <a16:creationId xmlns:a16="http://schemas.microsoft.com/office/drawing/2014/main" id="{9DCF0178-6007-46C0-AE41-64D0F29B90FE}"/>
              </a:ext>
            </a:extLst>
          </p:cNvPr>
          <p:cNvPicPr>
            <a:picLocks noChangeAspect="1"/>
          </p:cNvPicPr>
          <p:nvPr/>
        </p:nvPicPr>
        <p:blipFill>
          <a:blip r:embed="rId3"/>
          <a:stretch>
            <a:fillRect/>
          </a:stretch>
        </p:blipFill>
        <p:spPr>
          <a:xfrm>
            <a:off x="3995936" y="843558"/>
            <a:ext cx="4414042" cy="3203334"/>
          </a:xfrm>
          <a:prstGeom prst="rect">
            <a:avLst/>
          </a:prstGeom>
        </p:spPr>
      </p:pic>
      <p:sp>
        <p:nvSpPr>
          <p:cNvPr id="18" name="Rectangle 17">
            <a:extLst>
              <a:ext uri="{FF2B5EF4-FFF2-40B4-BE49-F238E27FC236}">
                <a16:creationId xmlns:a16="http://schemas.microsoft.com/office/drawing/2014/main" id="{D4DBC84D-D674-489A-9630-E96531DD1560}"/>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9" name="Ellipse 18">
            <a:extLst>
              <a:ext uri="{FF2B5EF4-FFF2-40B4-BE49-F238E27FC236}">
                <a16:creationId xmlns:a16="http://schemas.microsoft.com/office/drawing/2014/main" id="{1A985DAF-C257-48C7-BB34-2BDFB8C8D974}"/>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C6FCBC4A-5E40-40D8-887F-983EC608C1A8}"/>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4C16C80E-A28E-4181-B679-D410218CA26D}"/>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38BBC21D-BC2E-40E5-B16B-241F87989527}"/>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E482E3AD-8D46-4B36-86EC-455B8DD7DED7}"/>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a:extLst>
              <a:ext uri="{FF2B5EF4-FFF2-40B4-BE49-F238E27FC236}">
                <a16:creationId xmlns:a16="http://schemas.microsoft.com/office/drawing/2014/main" id="{2BF3EB7F-3B83-484C-BBDA-3610DD44A0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26" name="Triangle isocèle 25">
            <a:extLst>
              <a:ext uri="{FF2B5EF4-FFF2-40B4-BE49-F238E27FC236}">
                <a16:creationId xmlns:a16="http://schemas.microsoft.com/office/drawing/2014/main" id="{A0C7A046-6FE2-40C1-AE04-1AA13CB79D56}"/>
              </a:ext>
            </a:extLst>
          </p:cNvPr>
          <p:cNvSpPr/>
          <p:nvPr/>
        </p:nvSpPr>
        <p:spPr>
          <a:xfrm rot="14268662">
            <a:off x="6859702" y="166047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3E589989-1BD7-421C-8046-1E0B2D85DC6B}"/>
              </a:ext>
            </a:extLst>
          </p:cNvPr>
          <p:cNvSpPr/>
          <p:nvPr/>
        </p:nvSpPr>
        <p:spPr>
          <a:xfrm rot="14268662">
            <a:off x="6859701" y="1917963"/>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C36CD32D-396F-42DA-A6FD-A9567659B3C5}"/>
              </a:ext>
            </a:extLst>
          </p:cNvPr>
          <p:cNvSpPr/>
          <p:nvPr/>
        </p:nvSpPr>
        <p:spPr>
          <a:xfrm rot="14268662">
            <a:off x="7055276" y="213398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9CB14239-494F-46B9-9D5E-F5ED7EF45CE3}"/>
              </a:ext>
            </a:extLst>
          </p:cNvPr>
          <p:cNvSpPr/>
          <p:nvPr/>
        </p:nvSpPr>
        <p:spPr>
          <a:xfrm rot="14268662">
            <a:off x="7264240" y="184595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Triangle isocèle 30">
            <a:extLst>
              <a:ext uri="{FF2B5EF4-FFF2-40B4-BE49-F238E27FC236}">
                <a16:creationId xmlns:a16="http://schemas.microsoft.com/office/drawing/2014/main" id="{54165B5E-52D2-4654-9B86-5EE0CED8C914}"/>
              </a:ext>
            </a:extLst>
          </p:cNvPr>
          <p:cNvSpPr/>
          <p:nvPr/>
        </p:nvSpPr>
        <p:spPr>
          <a:xfrm rot="14268662">
            <a:off x="7473688" y="201232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orme libre : forme 31">
            <a:extLst>
              <a:ext uri="{FF2B5EF4-FFF2-40B4-BE49-F238E27FC236}">
                <a16:creationId xmlns:a16="http://schemas.microsoft.com/office/drawing/2014/main" id="{1643D977-701E-45BF-AEE0-0CB42CDD888E}"/>
              </a:ext>
            </a:extLst>
          </p:cNvPr>
          <p:cNvSpPr/>
          <p:nvPr/>
        </p:nvSpPr>
        <p:spPr>
          <a:xfrm>
            <a:off x="6981825" y="1489670"/>
            <a:ext cx="481013" cy="196255"/>
          </a:xfrm>
          <a:custGeom>
            <a:avLst/>
            <a:gdLst>
              <a:gd name="connsiteX0" fmla="*/ 481013 w 481013"/>
              <a:gd name="connsiteY0" fmla="*/ 134343 h 196255"/>
              <a:gd name="connsiteX1" fmla="*/ 280988 w 481013"/>
              <a:gd name="connsiteY1" fmla="*/ 993 h 196255"/>
              <a:gd name="connsiteX2" fmla="*/ 0 w 481013"/>
              <a:gd name="connsiteY2" fmla="*/ 196255 h 196255"/>
            </a:gdLst>
            <a:ahLst/>
            <a:cxnLst>
              <a:cxn ang="0">
                <a:pos x="connsiteX0" y="connsiteY0"/>
              </a:cxn>
              <a:cxn ang="0">
                <a:pos x="connsiteX1" y="connsiteY1"/>
              </a:cxn>
              <a:cxn ang="0">
                <a:pos x="connsiteX2" y="connsiteY2"/>
              </a:cxn>
            </a:cxnLst>
            <a:rect l="l" t="t" r="r" b="b"/>
            <a:pathLst>
              <a:path w="481013" h="196255">
                <a:moveTo>
                  <a:pt x="481013" y="134343"/>
                </a:moveTo>
                <a:cubicBezTo>
                  <a:pt x="421085" y="62508"/>
                  <a:pt x="361157" y="-9326"/>
                  <a:pt x="280988" y="993"/>
                </a:cubicBezTo>
                <a:cubicBezTo>
                  <a:pt x="200819" y="11312"/>
                  <a:pt x="100409" y="103783"/>
                  <a:pt x="0" y="196255"/>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3" name="Forme libre : forme 32">
            <a:extLst>
              <a:ext uri="{FF2B5EF4-FFF2-40B4-BE49-F238E27FC236}">
                <a16:creationId xmlns:a16="http://schemas.microsoft.com/office/drawing/2014/main" id="{D8F74863-3471-4FA6-9CC5-6F55ABBF170C}"/>
              </a:ext>
            </a:extLst>
          </p:cNvPr>
          <p:cNvSpPr/>
          <p:nvPr/>
        </p:nvSpPr>
        <p:spPr>
          <a:xfrm>
            <a:off x="6981825" y="1638200"/>
            <a:ext cx="457200" cy="300138"/>
          </a:xfrm>
          <a:custGeom>
            <a:avLst/>
            <a:gdLst>
              <a:gd name="connsiteX0" fmla="*/ 457200 w 457200"/>
              <a:gd name="connsiteY0" fmla="*/ 47725 h 300138"/>
              <a:gd name="connsiteX1" fmla="*/ 290513 w 457200"/>
              <a:gd name="connsiteY1" fmla="*/ 19150 h 300138"/>
              <a:gd name="connsiteX2" fmla="*/ 0 w 457200"/>
              <a:gd name="connsiteY2" fmla="*/ 300138 h 300138"/>
            </a:gdLst>
            <a:ahLst/>
            <a:cxnLst>
              <a:cxn ang="0">
                <a:pos x="connsiteX0" y="connsiteY0"/>
              </a:cxn>
              <a:cxn ang="0">
                <a:pos x="connsiteX1" y="connsiteY1"/>
              </a:cxn>
              <a:cxn ang="0">
                <a:pos x="connsiteX2" y="connsiteY2"/>
              </a:cxn>
            </a:cxnLst>
            <a:rect l="l" t="t" r="r" b="b"/>
            <a:pathLst>
              <a:path w="457200" h="300138">
                <a:moveTo>
                  <a:pt x="457200" y="47725"/>
                </a:moveTo>
                <a:cubicBezTo>
                  <a:pt x="411956" y="12403"/>
                  <a:pt x="366713" y="-22919"/>
                  <a:pt x="290513" y="19150"/>
                </a:cubicBezTo>
                <a:cubicBezTo>
                  <a:pt x="214313" y="61219"/>
                  <a:pt x="11906" y="274738"/>
                  <a:pt x="0" y="300138"/>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4" name="Forme libre : forme 33">
            <a:extLst>
              <a:ext uri="{FF2B5EF4-FFF2-40B4-BE49-F238E27FC236}">
                <a16:creationId xmlns:a16="http://schemas.microsoft.com/office/drawing/2014/main" id="{5A2F8A92-21B4-41FB-A1C7-ED8E3F3B4220}"/>
              </a:ext>
            </a:extLst>
          </p:cNvPr>
          <p:cNvSpPr/>
          <p:nvPr/>
        </p:nvSpPr>
        <p:spPr>
          <a:xfrm>
            <a:off x="7396163" y="1700213"/>
            <a:ext cx="83743" cy="176212"/>
          </a:xfrm>
          <a:custGeom>
            <a:avLst/>
            <a:gdLst>
              <a:gd name="connsiteX0" fmla="*/ 57150 w 83743"/>
              <a:gd name="connsiteY0" fmla="*/ 0 h 176212"/>
              <a:gd name="connsiteX1" fmla="*/ 80962 w 83743"/>
              <a:gd name="connsiteY1" fmla="*/ 109537 h 176212"/>
              <a:gd name="connsiteX2" fmla="*/ 0 w 83743"/>
              <a:gd name="connsiteY2" fmla="*/ 176212 h 176212"/>
            </a:gdLst>
            <a:ahLst/>
            <a:cxnLst>
              <a:cxn ang="0">
                <a:pos x="connsiteX0" y="connsiteY0"/>
              </a:cxn>
              <a:cxn ang="0">
                <a:pos x="connsiteX1" y="connsiteY1"/>
              </a:cxn>
              <a:cxn ang="0">
                <a:pos x="connsiteX2" y="connsiteY2"/>
              </a:cxn>
            </a:cxnLst>
            <a:rect l="l" t="t" r="r" b="b"/>
            <a:pathLst>
              <a:path w="83743" h="176212">
                <a:moveTo>
                  <a:pt x="57150" y="0"/>
                </a:moveTo>
                <a:cubicBezTo>
                  <a:pt x="73818" y="40084"/>
                  <a:pt x="90487" y="80168"/>
                  <a:pt x="80962" y="109537"/>
                </a:cubicBezTo>
                <a:cubicBezTo>
                  <a:pt x="71437" y="138906"/>
                  <a:pt x="35718" y="157559"/>
                  <a:pt x="0" y="17621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5" name="Forme libre : forme 34">
            <a:extLst>
              <a:ext uri="{FF2B5EF4-FFF2-40B4-BE49-F238E27FC236}">
                <a16:creationId xmlns:a16="http://schemas.microsoft.com/office/drawing/2014/main" id="{35621412-1B80-4E53-947E-9E951FB558DB}"/>
              </a:ext>
            </a:extLst>
          </p:cNvPr>
          <p:cNvSpPr/>
          <p:nvPr/>
        </p:nvSpPr>
        <p:spPr>
          <a:xfrm>
            <a:off x="7181850" y="1724025"/>
            <a:ext cx="397814" cy="442913"/>
          </a:xfrm>
          <a:custGeom>
            <a:avLst/>
            <a:gdLst>
              <a:gd name="connsiteX0" fmla="*/ 319088 w 397814"/>
              <a:gd name="connsiteY0" fmla="*/ 0 h 442913"/>
              <a:gd name="connsiteX1" fmla="*/ 376238 w 397814"/>
              <a:gd name="connsiteY1" fmla="*/ 180975 h 442913"/>
              <a:gd name="connsiteX2" fmla="*/ 0 w 397814"/>
              <a:gd name="connsiteY2" fmla="*/ 442913 h 442913"/>
            </a:gdLst>
            <a:ahLst/>
            <a:cxnLst>
              <a:cxn ang="0">
                <a:pos x="connsiteX0" y="connsiteY0"/>
              </a:cxn>
              <a:cxn ang="0">
                <a:pos x="connsiteX1" y="connsiteY1"/>
              </a:cxn>
              <a:cxn ang="0">
                <a:pos x="connsiteX2" y="connsiteY2"/>
              </a:cxn>
            </a:cxnLst>
            <a:rect l="l" t="t" r="r" b="b"/>
            <a:pathLst>
              <a:path w="397814" h="442913">
                <a:moveTo>
                  <a:pt x="319088" y="0"/>
                </a:moveTo>
                <a:cubicBezTo>
                  <a:pt x="374253" y="53578"/>
                  <a:pt x="429419" y="107156"/>
                  <a:pt x="376238" y="180975"/>
                </a:cubicBezTo>
                <a:cubicBezTo>
                  <a:pt x="323057" y="254794"/>
                  <a:pt x="161528" y="348853"/>
                  <a:pt x="0" y="442913"/>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6" name="Forme libre : forme 35">
            <a:extLst>
              <a:ext uri="{FF2B5EF4-FFF2-40B4-BE49-F238E27FC236}">
                <a16:creationId xmlns:a16="http://schemas.microsoft.com/office/drawing/2014/main" id="{46D31AC1-BED1-4E25-9AB4-6AED18C1FF18}"/>
              </a:ext>
            </a:extLst>
          </p:cNvPr>
          <p:cNvSpPr/>
          <p:nvPr/>
        </p:nvSpPr>
        <p:spPr>
          <a:xfrm>
            <a:off x="7572375" y="1690688"/>
            <a:ext cx="195398" cy="347662"/>
          </a:xfrm>
          <a:custGeom>
            <a:avLst/>
            <a:gdLst>
              <a:gd name="connsiteX0" fmla="*/ 0 w 195398"/>
              <a:gd name="connsiteY0" fmla="*/ 0 h 347662"/>
              <a:gd name="connsiteX1" fmla="*/ 195263 w 195398"/>
              <a:gd name="connsiteY1" fmla="*/ 204787 h 347662"/>
              <a:gd name="connsiteX2" fmla="*/ 33338 w 195398"/>
              <a:gd name="connsiteY2" fmla="*/ 347662 h 347662"/>
            </a:gdLst>
            <a:ahLst/>
            <a:cxnLst>
              <a:cxn ang="0">
                <a:pos x="connsiteX0" y="connsiteY0"/>
              </a:cxn>
              <a:cxn ang="0">
                <a:pos x="connsiteX1" y="connsiteY1"/>
              </a:cxn>
              <a:cxn ang="0">
                <a:pos x="connsiteX2" y="connsiteY2"/>
              </a:cxn>
            </a:cxnLst>
            <a:rect l="l" t="t" r="r" b="b"/>
            <a:pathLst>
              <a:path w="195398" h="347662">
                <a:moveTo>
                  <a:pt x="0" y="0"/>
                </a:moveTo>
                <a:cubicBezTo>
                  <a:pt x="94853" y="73421"/>
                  <a:pt x="189707" y="146843"/>
                  <a:pt x="195263" y="204787"/>
                </a:cubicBezTo>
                <a:cubicBezTo>
                  <a:pt x="200819" y="262731"/>
                  <a:pt x="33338" y="325437"/>
                  <a:pt x="33338" y="34766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7" name="Forme libre : forme 36">
            <a:extLst>
              <a:ext uri="{FF2B5EF4-FFF2-40B4-BE49-F238E27FC236}">
                <a16:creationId xmlns:a16="http://schemas.microsoft.com/office/drawing/2014/main" id="{44D44D5B-7641-4604-AC5B-4C5739D861D8}"/>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orme libre : forme 37">
            <a:extLst>
              <a:ext uri="{FF2B5EF4-FFF2-40B4-BE49-F238E27FC236}">
                <a16:creationId xmlns:a16="http://schemas.microsoft.com/office/drawing/2014/main" id="{7D477DA5-434D-4639-A4BC-D128B78D7EEE}"/>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Forme libre : forme 39">
            <a:extLst>
              <a:ext uri="{FF2B5EF4-FFF2-40B4-BE49-F238E27FC236}">
                <a16:creationId xmlns:a16="http://schemas.microsoft.com/office/drawing/2014/main" id="{0DC4F265-7CF7-4130-98CE-78CE0DC1CBFA}"/>
              </a:ext>
            </a:extLst>
          </p:cNvPr>
          <p:cNvSpPr/>
          <p:nvPr/>
        </p:nvSpPr>
        <p:spPr>
          <a:xfrm>
            <a:off x="6743700" y="2757488"/>
            <a:ext cx="347663" cy="109537"/>
          </a:xfrm>
          <a:custGeom>
            <a:avLst/>
            <a:gdLst>
              <a:gd name="connsiteX0" fmla="*/ 147638 w 347663"/>
              <a:gd name="connsiteY0" fmla="*/ 14287 h 109537"/>
              <a:gd name="connsiteX1" fmla="*/ 76200 w 347663"/>
              <a:gd name="connsiteY1" fmla="*/ 9525 h 109537"/>
              <a:gd name="connsiteX2" fmla="*/ 33338 w 347663"/>
              <a:gd name="connsiteY2" fmla="*/ 33337 h 109537"/>
              <a:gd name="connsiteX3" fmla="*/ 0 w 347663"/>
              <a:gd name="connsiteY3" fmla="*/ 66675 h 109537"/>
              <a:gd name="connsiteX4" fmla="*/ 28575 w 347663"/>
              <a:gd name="connsiteY4" fmla="*/ 80962 h 109537"/>
              <a:gd name="connsiteX5" fmla="*/ 61913 w 347663"/>
              <a:gd name="connsiteY5" fmla="*/ 100012 h 109537"/>
              <a:gd name="connsiteX6" fmla="*/ 85725 w 347663"/>
              <a:gd name="connsiteY6" fmla="*/ 104775 h 109537"/>
              <a:gd name="connsiteX7" fmla="*/ 142875 w 347663"/>
              <a:gd name="connsiteY7" fmla="*/ 109537 h 109537"/>
              <a:gd name="connsiteX8" fmla="*/ 166688 w 347663"/>
              <a:gd name="connsiteY8" fmla="*/ 104775 h 109537"/>
              <a:gd name="connsiteX9" fmla="*/ 190500 w 347663"/>
              <a:gd name="connsiteY9" fmla="*/ 90487 h 109537"/>
              <a:gd name="connsiteX10" fmla="*/ 209550 w 347663"/>
              <a:gd name="connsiteY10" fmla="*/ 85725 h 109537"/>
              <a:gd name="connsiteX11" fmla="*/ 280988 w 347663"/>
              <a:gd name="connsiteY11" fmla="*/ 71437 h 109537"/>
              <a:gd name="connsiteX12" fmla="*/ 347663 w 347663"/>
              <a:gd name="connsiteY12" fmla="*/ 71437 h 109537"/>
              <a:gd name="connsiteX13" fmla="*/ 347663 w 347663"/>
              <a:gd name="connsiteY13" fmla="*/ 71437 h 109537"/>
              <a:gd name="connsiteX14" fmla="*/ 285750 w 347663"/>
              <a:gd name="connsiteY14" fmla="*/ 9525 h 109537"/>
              <a:gd name="connsiteX15" fmla="*/ 214313 w 347663"/>
              <a:gd name="connsiteY15" fmla="*/ 0 h 109537"/>
              <a:gd name="connsiteX16" fmla="*/ 147638 w 347663"/>
              <a:gd name="connsiteY16" fmla="*/ 14287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7663" h="109537">
                <a:moveTo>
                  <a:pt x="147638" y="14287"/>
                </a:moveTo>
                <a:lnTo>
                  <a:pt x="76200" y="9525"/>
                </a:lnTo>
                <a:lnTo>
                  <a:pt x="33338" y="33337"/>
                </a:lnTo>
                <a:lnTo>
                  <a:pt x="0" y="66675"/>
                </a:lnTo>
                <a:lnTo>
                  <a:pt x="28575" y="80962"/>
                </a:lnTo>
                <a:lnTo>
                  <a:pt x="61913" y="100012"/>
                </a:lnTo>
                <a:lnTo>
                  <a:pt x="85725" y="104775"/>
                </a:lnTo>
                <a:lnTo>
                  <a:pt x="142875" y="109537"/>
                </a:lnTo>
                <a:lnTo>
                  <a:pt x="166688" y="104775"/>
                </a:lnTo>
                <a:lnTo>
                  <a:pt x="190500" y="90487"/>
                </a:lnTo>
                <a:lnTo>
                  <a:pt x="209550" y="85725"/>
                </a:lnTo>
                <a:lnTo>
                  <a:pt x="280988" y="71437"/>
                </a:lnTo>
                <a:lnTo>
                  <a:pt x="347663" y="71437"/>
                </a:lnTo>
                <a:lnTo>
                  <a:pt x="347663" y="71437"/>
                </a:lnTo>
                <a:lnTo>
                  <a:pt x="285750" y="9525"/>
                </a:lnTo>
                <a:lnTo>
                  <a:pt x="214313" y="0"/>
                </a:lnTo>
                <a:lnTo>
                  <a:pt x="147638" y="14287"/>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Forme libre : forme 40">
            <a:extLst>
              <a:ext uri="{FF2B5EF4-FFF2-40B4-BE49-F238E27FC236}">
                <a16:creationId xmlns:a16="http://schemas.microsoft.com/office/drawing/2014/main" id="{AE3B7B6E-6F13-43E0-86C6-C92769F38432}"/>
              </a:ext>
            </a:extLst>
          </p:cNvPr>
          <p:cNvSpPr/>
          <p:nvPr/>
        </p:nvSpPr>
        <p:spPr>
          <a:xfrm>
            <a:off x="4457700" y="1790700"/>
            <a:ext cx="2354580" cy="1455420"/>
          </a:xfrm>
          <a:custGeom>
            <a:avLst/>
            <a:gdLst>
              <a:gd name="connsiteX0" fmla="*/ 2354580 w 2354580"/>
              <a:gd name="connsiteY0" fmla="*/ 0 h 1455420"/>
              <a:gd name="connsiteX1" fmla="*/ 1363980 w 2354580"/>
              <a:gd name="connsiteY1" fmla="*/ 510540 h 1455420"/>
              <a:gd name="connsiteX2" fmla="*/ 769620 w 2354580"/>
              <a:gd name="connsiteY2" fmla="*/ 708660 h 1455420"/>
              <a:gd name="connsiteX3" fmla="*/ 464820 w 2354580"/>
              <a:gd name="connsiteY3" fmla="*/ 937260 h 1455420"/>
              <a:gd name="connsiteX4" fmla="*/ 137160 w 2354580"/>
              <a:gd name="connsiteY4" fmla="*/ 1097280 h 1455420"/>
              <a:gd name="connsiteX5" fmla="*/ 0 w 2354580"/>
              <a:gd name="connsiteY5" fmla="*/ 1455420 h 145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4580" h="1455420">
                <a:moveTo>
                  <a:pt x="2354580" y="0"/>
                </a:moveTo>
                <a:cubicBezTo>
                  <a:pt x="1991360" y="196215"/>
                  <a:pt x="1628140" y="392430"/>
                  <a:pt x="1363980" y="510540"/>
                </a:cubicBezTo>
                <a:cubicBezTo>
                  <a:pt x="1099820" y="628650"/>
                  <a:pt x="919480" y="637540"/>
                  <a:pt x="769620" y="708660"/>
                </a:cubicBezTo>
                <a:cubicBezTo>
                  <a:pt x="619760" y="779780"/>
                  <a:pt x="570230" y="872490"/>
                  <a:pt x="464820" y="937260"/>
                </a:cubicBezTo>
                <a:cubicBezTo>
                  <a:pt x="359410" y="1002030"/>
                  <a:pt x="214630" y="1010920"/>
                  <a:pt x="137160" y="1097280"/>
                </a:cubicBezTo>
                <a:cubicBezTo>
                  <a:pt x="59690" y="1183640"/>
                  <a:pt x="34290" y="1446530"/>
                  <a:pt x="0" y="1455420"/>
                </a:cubicBez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2" name="Forme libre : forme 41">
            <a:extLst>
              <a:ext uri="{FF2B5EF4-FFF2-40B4-BE49-F238E27FC236}">
                <a16:creationId xmlns:a16="http://schemas.microsoft.com/office/drawing/2014/main" id="{AA63DA6C-DB82-403F-96BE-F89FA733855F}"/>
              </a:ext>
            </a:extLst>
          </p:cNvPr>
          <p:cNvSpPr/>
          <p:nvPr/>
        </p:nvSpPr>
        <p:spPr>
          <a:xfrm>
            <a:off x="4617720" y="2049780"/>
            <a:ext cx="2202180" cy="1021080"/>
          </a:xfrm>
          <a:custGeom>
            <a:avLst/>
            <a:gdLst>
              <a:gd name="connsiteX0" fmla="*/ 2202180 w 2202180"/>
              <a:gd name="connsiteY0" fmla="*/ 0 h 1021080"/>
              <a:gd name="connsiteX1" fmla="*/ 777240 w 2202180"/>
              <a:gd name="connsiteY1" fmla="*/ 495300 h 1021080"/>
              <a:gd name="connsiteX2" fmla="*/ 441960 w 2202180"/>
              <a:gd name="connsiteY2" fmla="*/ 594360 h 1021080"/>
              <a:gd name="connsiteX3" fmla="*/ 0 w 2202180"/>
              <a:gd name="connsiteY3" fmla="*/ 1021080 h 1021080"/>
            </a:gdLst>
            <a:ahLst/>
            <a:cxnLst>
              <a:cxn ang="0">
                <a:pos x="connsiteX0" y="connsiteY0"/>
              </a:cxn>
              <a:cxn ang="0">
                <a:pos x="connsiteX1" y="connsiteY1"/>
              </a:cxn>
              <a:cxn ang="0">
                <a:pos x="connsiteX2" y="connsiteY2"/>
              </a:cxn>
              <a:cxn ang="0">
                <a:pos x="connsiteX3" y="connsiteY3"/>
              </a:cxn>
            </a:cxnLst>
            <a:rect l="l" t="t" r="r" b="b"/>
            <a:pathLst>
              <a:path w="2202180" h="1021080">
                <a:moveTo>
                  <a:pt x="2202180" y="0"/>
                </a:moveTo>
                <a:lnTo>
                  <a:pt x="777240" y="495300"/>
                </a:lnTo>
                <a:cubicBezTo>
                  <a:pt x="483870" y="594360"/>
                  <a:pt x="571500" y="506730"/>
                  <a:pt x="441960" y="594360"/>
                </a:cubicBezTo>
                <a:cubicBezTo>
                  <a:pt x="312420" y="681990"/>
                  <a:pt x="156210" y="851535"/>
                  <a:pt x="0" y="1021080"/>
                </a:cubicBez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3" name="Forme libre : forme 42">
            <a:extLst>
              <a:ext uri="{FF2B5EF4-FFF2-40B4-BE49-F238E27FC236}">
                <a16:creationId xmlns:a16="http://schemas.microsoft.com/office/drawing/2014/main" id="{BBCA9CF4-376E-427D-9D3B-5DB1AF36E73F}"/>
              </a:ext>
            </a:extLst>
          </p:cNvPr>
          <p:cNvSpPr/>
          <p:nvPr/>
        </p:nvSpPr>
        <p:spPr>
          <a:xfrm>
            <a:off x="4655820" y="1981200"/>
            <a:ext cx="2575560" cy="1409700"/>
          </a:xfrm>
          <a:custGeom>
            <a:avLst/>
            <a:gdLst>
              <a:gd name="connsiteX0" fmla="*/ 2575560 w 2575560"/>
              <a:gd name="connsiteY0" fmla="*/ 0 h 1409700"/>
              <a:gd name="connsiteX1" fmla="*/ 1059180 w 2575560"/>
              <a:gd name="connsiteY1" fmla="*/ 731520 h 1409700"/>
              <a:gd name="connsiteX2" fmla="*/ 777240 w 2575560"/>
              <a:gd name="connsiteY2" fmla="*/ 1203960 h 1409700"/>
              <a:gd name="connsiteX3" fmla="*/ 0 w 2575560"/>
              <a:gd name="connsiteY3" fmla="*/ 1409700 h 1409700"/>
            </a:gdLst>
            <a:ahLst/>
            <a:cxnLst>
              <a:cxn ang="0">
                <a:pos x="connsiteX0" y="connsiteY0"/>
              </a:cxn>
              <a:cxn ang="0">
                <a:pos x="connsiteX1" y="connsiteY1"/>
              </a:cxn>
              <a:cxn ang="0">
                <a:pos x="connsiteX2" y="connsiteY2"/>
              </a:cxn>
              <a:cxn ang="0">
                <a:pos x="connsiteX3" y="connsiteY3"/>
              </a:cxn>
            </a:cxnLst>
            <a:rect l="l" t="t" r="r" b="b"/>
            <a:pathLst>
              <a:path w="2575560" h="1409700">
                <a:moveTo>
                  <a:pt x="2575560" y="0"/>
                </a:moveTo>
                <a:cubicBezTo>
                  <a:pt x="1967230" y="265430"/>
                  <a:pt x="1358900" y="530860"/>
                  <a:pt x="1059180" y="731520"/>
                </a:cubicBezTo>
                <a:cubicBezTo>
                  <a:pt x="759460" y="932180"/>
                  <a:pt x="953770" y="1090930"/>
                  <a:pt x="777240" y="1203960"/>
                </a:cubicBezTo>
                <a:cubicBezTo>
                  <a:pt x="600710" y="1316990"/>
                  <a:pt x="300355" y="1363345"/>
                  <a:pt x="0" y="1409700"/>
                </a:cubicBez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4" name="Forme libre : forme 43">
            <a:extLst>
              <a:ext uri="{FF2B5EF4-FFF2-40B4-BE49-F238E27FC236}">
                <a16:creationId xmlns:a16="http://schemas.microsoft.com/office/drawing/2014/main" id="{9D68355D-CFDA-4A29-9C4F-63829F6D1795}"/>
              </a:ext>
            </a:extLst>
          </p:cNvPr>
          <p:cNvSpPr/>
          <p:nvPr/>
        </p:nvSpPr>
        <p:spPr>
          <a:xfrm>
            <a:off x="4899660" y="2270760"/>
            <a:ext cx="2125980" cy="1188720"/>
          </a:xfrm>
          <a:custGeom>
            <a:avLst/>
            <a:gdLst>
              <a:gd name="connsiteX0" fmla="*/ 2125980 w 2125980"/>
              <a:gd name="connsiteY0" fmla="*/ 0 h 1188720"/>
              <a:gd name="connsiteX1" fmla="*/ 739140 w 2125980"/>
              <a:gd name="connsiteY1" fmla="*/ 861060 h 1188720"/>
              <a:gd name="connsiteX2" fmla="*/ 0 w 2125980"/>
              <a:gd name="connsiteY2" fmla="*/ 1188720 h 1188720"/>
            </a:gdLst>
            <a:ahLst/>
            <a:cxnLst>
              <a:cxn ang="0">
                <a:pos x="connsiteX0" y="connsiteY0"/>
              </a:cxn>
              <a:cxn ang="0">
                <a:pos x="connsiteX1" y="connsiteY1"/>
              </a:cxn>
              <a:cxn ang="0">
                <a:pos x="connsiteX2" y="connsiteY2"/>
              </a:cxn>
            </a:cxnLst>
            <a:rect l="l" t="t" r="r" b="b"/>
            <a:pathLst>
              <a:path w="2125980" h="1188720">
                <a:moveTo>
                  <a:pt x="2125980" y="0"/>
                </a:moveTo>
                <a:cubicBezTo>
                  <a:pt x="1609725" y="331470"/>
                  <a:pt x="1093470" y="662940"/>
                  <a:pt x="739140" y="861060"/>
                </a:cubicBezTo>
                <a:cubicBezTo>
                  <a:pt x="384810" y="1059180"/>
                  <a:pt x="192405" y="1123950"/>
                  <a:pt x="0" y="1188720"/>
                </a:cubicBez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6" name="Forme libre : forme 45">
            <a:extLst>
              <a:ext uri="{FF2B5EF4-FFF2-40B4-BE49-F238E27FC236}">
                <a16:creationId xmlns:a16="http://schemas.microsoft.com/office/drawing/2014/main" id="{D844C612-9BB6-4467-93D6-C94210201284}"/>
              </a:ext>
            </a:extLst>
          </p:cNvPr>
          <p:cNvSpPr/>
          <p:nvPr/>
        </p:nvSpPr>
        <p:spPr>
          <a:xfrm>
            <a:off x="4579620" y="2148840"/>
            <a:ext cx="2857500" cy="1447800"/>
          </a:xfrm>
          <a:custGeom>
            <a:avLst/>
            <a:gdLst>
              <a:gd name="connsiteX0" fmla="*/ 2857500 w 2857500"/>
              <a:gd name="connsiteY0" fmla="*/ 0 h 1447800"/>
              <a:gd name="connsiteX1" fmla="*/ 1272540 w 2857500"/>
              <a:gd name="connsiteY1" fmla="*/ 1051560 h 1447800"/>
              <a:gd name="connsiteX2" fmla="*/ 1021080 w 2857500"/>
              <a:gd name="connsiteY2" fmla="*/ 1333500 h 1447800"/>
              <a:gd name="connsiteX3" fmla="*/ 0 w 2857500"/>
              <a:gd name="connsiteY3" fmla="*/ 1447800 h 1447800"/>
            </a:gdLst>
            <a:ahLst/>
            <a:cxnLst>
              <a:cxn ang="0">
                <a:pos x="connsiteX0" y="connsiteY0"/>
              </a:cxn>
              <a:cxn ang="0">
                <a:pos x="connsiteX1" y="connsiteY1"/>
              </a:cxn>
              <a:cxn ang="0">
                <a:pos x="connsiteX2" y="connsiteY2"/>
              </a:cxn>
              <a:cxn ang="0">
                <a:pos x="connsiteX3" y="connsiteY3"/>
              </a:cxn>
            </a:cxnLst>
            <a:rect l="l" t="t" r="r" b="b"/>
            <a:pathLst>
              <a:path w="2857500" h="1447800">
                <a:moveTo>
                  <a:pt x="2857500" y="0"/>
                </a:moveTo>
                <a:cubicBezTo>
                  <a:pt x="2218055" y="414655"/>
                  <a:pt x="1578610" y="829310"/>
                  <a:pt x="1272540" y="1051560"/>
                </a:cubicBezTo>
                <a:cubicBezTo>
                  <a:pt x="966470" y="1273810"/>
                  <a:pt x="1233170" y="1267460"/>
                  <a:pt x="1021080" y="1333500"/>
                </a:cubicBezTo>
                <a:cubicBezTo>
                  <a:pt x="808990" y="1399540"/>
                  <a:pt x="404495" y="1423670"/>
                  <a:pt x="0" y="1447800"/>
                </a:cubicBez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7" name="ZoneTexte 46">
            <a:extLst>
              <a:ext uri="{FF2B5EF4-FFF2-40B4-BE49-F238E27FC236}">
                <a16:creationId xmlns:a16="http://schemas.microsoft.com/office/drawing/2014/main" id="{AADA6E7B-3B74-45D4-A753-D8BA91D47FE7}"/>
              </a:ext>
            </a:extLst>
          </p:cNvPr>
          <p:cNvSpPr txBox="1"/>
          <p:nvPr/>
        </p:nvSpPr>
        <p:spPr>
          <a:xfrm>
            <a:off x="5793048" y="2165925"/>
            <a:ext cx="1326019" cy="923330"/>
          </a:xfrm>
          <a:prstGeom prst="rect">
            <a:avLst/>
          </a:prstGeom>
          <a:noFill/>
        </p:spPr>
        <p:txBody>
          <a:bodyPr wrap="square" rtlCol="0">
            <a:spAutoFit/>
          </a:bodyPr>
          <a:lstStyle/>
          <a:p>
            <a:r>
              <a:rPr lang="fr-FR" sz="5400" dirty="0"/>
              <a:t>?</a:t>
            </a:r>
            <a:endParaRPr lang="fr-FR" dirty="0"/>
          </a:p>
        </p:txBody>
      </p:sp>
    </p:spTree>
    <p:extLst>
      <p:ext uri="{BB962C8B-B14F-4D97-AF65-F5344CB8AC3E}">
        <p14:creationId xmlns:p14="http://schemas.microsoft.com/office/powerpoint/2010/main" val="1909122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044342" cy="369332"/>
          </a:xfrm>
          <a:prstGeom prst="rect">
            <a:avLst/>
          </a:prstGeom>
          <a:noFill/>
        </p:spPr>
        <p:txBody>
          <a:bodyPr wrap="none" rtlCol="0">
            <a:spAutoFit/>
          </a:bodyPr>
          <a:lstStyle/>
          <a:p>
            <a:r>
              <a:rPr lang="fr-FR" dirty="0">
                <a:solidFill>
                  <a:schemeClr val="bg1"/>
                </a:solidFill>
              </a:rPr>
              <a:t>Objectifs - principes</a:t>
            </a:r>
          </a:p>
        </p:txBody>
      </p:sp>
      <p:sp>
        <p:nvSpPr>
          <p:cNvPr id="16" name="Espace réservé du contenu 2">
            <a:extLst>
              <a:ext uri="{FF2B5EF4-FFF2-40B4-BE49-F238E27FC236}">
                <a16:creationId xmlns:a16="http://schemas.microsoft.com/office/drawing/2014/main" id="{6204B0CD-5B85-4E6B-8EE1-AE7DE0B48DC1}"/>
              </a:ext>
            </a:extLst>
          </p:cNvPr>
          <p:cNvSpPr txBox="1">
            <a:spLocks/>
          </p:cNvSpPr>
          <p:nvPr/>
        </p:nvSpPr>
        <p:spPr>
          <a:xfrm>
            <a:off x="107504" y="654776"/>
            <a:ext cx="3734238" cy="38339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sz="2000" dirty="0">
                <a:solidFill>
                  <a:schemeClr val="bg1"/>
                </a:solidFill>
              </a:rPr>
              <a:t>Dans une zone avec du courant, il va être difficile d’atteindre les objectifs fixés.</a:t>
            </a:r>
          </a:p>
          <a:p>
            <a:r>
              <a:rPr lang="fr-FR" sz="2000" dirty="0">
                <a:solidFill>
                  <a:schemeClr val="bg1"/>
                </a:solidFill>
              </a:rPr>
              <a:t>La solution va consister à utiliser des balises acoustiques pour augmenter la précision requise à l’arrivée</a:t>
            </a:r>
          </a:p>
        </p:txBody>
      </p:sp>
      <p:pic>
        <p:nvPicPr>
          <p:cNvPr id="13" name="Image 12">
            <a:extLst>
              <a:ext uri="{FF2B5EF4-FFF2-40B4-BE49-F238E27FC236}">
                <a16:creationId xmlns:a16="http://schemas.microsoft.com/office/drawing/2014/main" id="{9DCF0178-6007-46C0-AE41-64D0F29B90FE}"/>
              </a:ext>
            </a:extLst>
          </p:cNvPr>
          <p:cNvPicPr>
            <a:picLocks noChangeAspect="1"/>
          </p:cNvPicPr>
          <p:nvPr/>
        </p:nvPicPr>
        <p:blipFill>
          <a:blip r:embed="rId3"/>
          <a:stretch>
            <a:fillRect/>
          </a:stretch>
        </p:blipFill>
        <p:spPr>
          <a:xfrm>
            <a:off x="3995936" y="843558"/>
            <a:ext cx="4414042" cy="3203334"/>
          </a:xfrm>
          <a:prstGeom prst="rect">
            <a:avLst/>
          </a:prstGeom>
        </p:spPr>
      </p:pic>
      <p:sp>
        <p:nvSpPr>
          <p:cNvPr id="18" name="Rectangle 17">
            <a:extLst>
              <a:ext uri="{FF2B5EF4-FFF2-40B4-BE49-F238E27FC236}">
                <a16:creationId xmlns:a16="http://schemas.microsoft.com/office/drawing/2014/main" id="{D4DBC84D-D674-489A-9630-E96531DD1560}"/>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9" name="Ellipse 18">
            <a:extLst>
              <a:ext uri="{FF2B5EF4-FFF2-40B4-BE49-F238E27FC236}">
                <a16:creationId xmlns:a16="http://schemas.microsoft.com/office/drawing/2014/main" id="{1A985DAF-C257-48C7-BB34-2BDFB8C8D974}"/>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C6FCBC4A-5E40-40D8-887F-983EC608C1A8}"/>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4C16C80E-A28E-4181-B679-D410218CA26D}"/>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38BBC21D-BC2E-40E5-B16B-241F87989527}"/>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E482E3AD-8D46-4B36-86EC-455B8DD7DED7}"/>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a:extLst>
              <a:ext uri="{FF2B5EF4-FFF2-40B4-BE49-F238E27FC236}">
                <a16:creationId xmlns:a16="http://schemas.microsoft.com/office/drawing/2014/main" id="{2BF3EB7F-3B83-484C-BBDA-3610DD44A0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26" name="Triangle isocèle 25">
            <a:extLst>
              <a:ext uri="{FF2B5EF4-FFF2-40B4-BE49-F238E27FC236}">
                <a16:creationId xmlns:a16="http://schemas.microsoft.com/office/drawing/2014/main" id="{A0C7A046-6FE2-40C1-AE04-1AA13CB79D56}"/>
              </a:ext>
            </a:extLst>
          </p:cNvPr>
          <p:cNvSpPr/>
          <p:nvPr/>
        </p:nvSpPr>
        <p:spPr>
          <a:xfrm rot="14268662">
            <a:off x="6859702" y="166047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3E589989-1BD7-421C-8046-1E0B2D85DC6B}"/>
              </a:ext>
            </a:extLst>
          </p:cNvPr>
          <p:cNvSpPr/>
          <p:nvPr/>
        </p:nvSpPr>
        <p:spPr>
          <a:xfrm rot="14268662">
            <a:off x="6859701" y="1917963"/>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C36CD32D-396F-42DA-A6FD-A9567659B3C5}"/>
              </a:ext>
            </a:extLst>
          </p:cNvPr>
          <p:cNvSpPr/>
          <p:nvPr/>
        </p:nvSpPr>
        <p:spPr>
          <a:xfrm rot="14268662">
            <a:off x="7055276" y="213398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9CB14239-494F-46B9-9D5E-F5ED7EF45CE3}"/>
              </a:ext>
            </a:extLst>
          </p:cNvPr>
          <p:cNvSpPr/>
          <p:nvPr/>
        </p:nvSpPr>
        <p:spPr>
          <a:xfrm rot="14268662">
            <a:off x="7264240" y="184595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Triangle isocèle 30">
            <a:extLst>
              <a:ext uri="{FF2B5EF4-FFF2-40B4-BE49-F238E27FC236}">
                <a16:creationId xmlns:a16="http://schemas.microsoft.com/office/drawing/2014/main" id="{54165B5E-52D2-4654-9B86-5EE0CED8C914}"/>
              </a:ext>
            </a:extLst>
          </p:cNvPr>
          <p:cNvSpPr/>
          <p:nvPr/>
        </p:nvSpPr>
        <p:spPr>
          <a:xfrm rot="14268662">
            <a:off x="7473688" y="201232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orme libre : forme 31">
            <a:extLst>
              <a:ext uri="{FF2B5EF4-FFF2-40B4-BE49-F238E27FC236}">
                <a16:creationId xmlns:a16="http://schemas.microsoft.com/office/drawing/2014/main" id="{1643D977-701E-45BF-AEE0-0CB42CDD888E}"/>
              </a:ext>
            </a:extLst>
          </p:cNvPr>
          <p:cNvSpPr/>
          <p:nvPr/>
        </p:nvSpPr>
        <p:spPr>
          <a:xfrm>
            <a:off x="6981825" y="1489670"/>
            <a:ext cx="481013" cy="196255"/>
          </a:xfrm>
          <a:custGeom>
            <a:avLst/>
            <a:gdLst>
              <a:gd name="connsiteX0" fmla="*/ 481013 w 481013"/>
              <a:gd name="connsiteY0" fmla="*/ 134343 h 196255"/>
              <a:gd name="connsiteX1" fmla="*/ 280988 w 481013"/>
              <a:gd name="connsiteY1" fmla="*/ 993 h 196255"/>
              <a:gd name="connsiteX2" fmla="*/ 0 w 481013"/>
              <a:gd name="connsiteY2" fmla="*/ 196255 h 196255"/>
            </a:gdLst>
            <a:ahLst/>
            <a:cxnLst>
              <a:cxn ang="0">
                <a:pos x="connsiteX0" y="connsiteY0"/>
              </a:cxn>
              <a:cxn ang="0">
                <a:pos x="connsiteX1" y="connsiteY1"/>
              </a:cxn>
              <a:cxn ang="0">
                <a:pos x="connsiteX2" y="connsiteY2"/>
              </a:cxn>
            </a:cxnLst>
            <a:rect l="l" t="t" r="r" b="b"/>
            <a:pathLst>
              <a:path w="481013" h="196255">
                <a:moveTo>
                  <a:pt x="481013" y="134343"/>
                </a:moveTo>
                <a:cubicBezTo>
                  <a:pt x="421085" y="62508"/>
                  <a:pt x="361157" y="-9326"/>
                  <a:pt x="280988" y="993"/>
                </a:cubicBezTo>
                <a:cubicBezTo>
                  <a:pt x="200819" y="11312"/>
                  <a:pt x="100409" y="103783"/>
                  <a:pt x="0" y="196255"/>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3" name="Forme libre : forme 32">
            <a:extLst>
              <a:ext uri="{FF2B5EF4-FFF2-40B4-BE49-F238E27FC236}">
                <a16:creationId xmlns:a16="http://schemas.microsoft.com/office/drawing/2014/main" id="{D8F74863-3471-4FA6-9CC5-6F55ABBF170C}"/>
              </a:ext>
            </a:extLst>
          </p:cNvPr>
          <p:cNvSpPr/>
          <p:nvPr/>
        </p:nvSpPr>
        <p:spPr>
          <a:xfrm>
            <a:off x="6981825" y="1638200"/>
            <a:ext cx="457200" cy="300138"/>
          </a:xfrm>
          <a:custGeom>
            <a:avLst/>
            <a:gdLst>
              <a:gd name="connsiteX0" fmla="*/ 457200 w 457200"/>
              <a:gd name="connsiteY0" fmla="*/ 47725 h 300138"/>
              <a:gd name="connsiteX1" fmla="*/ 290513 w 457200"/>
              <a:gd name="connsiteY1" fmla="*/ 19150 h 300138"/>
              <a:gd name="connsiteX2" fmla="*/ 0 w 457200"/>
              <a:gd name="connsiteY2" fmla="*/ 300138 h 300138"/>
            </a:gdLst>
            <a:ahLst/>
            <a:cxnLst>
              <a:cxn ang="0">
                <a:pos x="connsiteX0" y="connsiteY0"/>
              </a:cxn>
              <a:cxn ang="0">
                <a:pos x="connsiteX1" y="connsiteY1"/>
              </a:cxn>
              <a:cxn ang="0">
                <a:pos x="connsiteX2" y="connsiteY2"/>
              </a:cxn>
            </a:cxnLst>
            <a:rect l="l" t="t" r="r" b="b"/>
            <a:pathLst>
              <a:path w="457200" h="300138">
                <a:moveTo>
                  <a:pt x="457200" y="47725"/>
                </a:moveTo>
                <a:cubicBezTo>
                  <a:pt x="411956" y="12403"/>
                  <a:pt x="366713" y="-22919"/>
                  <a:pt x="290513" y="19150"/>
                </a:cubicBezTo>
                <a:cubicBezTo>
                  <a:pt x="214313" y="61219"/>
                  <a:pt x="11906" y="274738"/>
                  <a:pt x="0" y="300138"/>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4" name="Forme libre : forme 33">
            <a:extLst>
              <a:ext uri="{FF2B5EF4-FFF2-40B4-BE49-F238E27FC236}">
                <a16:creationId xmlns:a16="http://schemas.microsoft.com/office/drawing/2014/main" id="{5A2F8A92-21B4-41FB-A1C7-ED8E3F3B4220}"/>
              </a:ext>
            </a:extLst>
          </p:cNvPr>
          <p:cNvSpPr/>
          <p:nvPr/>
        </p:nvSpPr>
        <p:spPr>
          <a:xfrm>
            <a:off x="7396163" y="1700213"/>
            <a:ext cx="83743" cy="176212"/>
          </a:xfrm>
          <a:custGeom>
            <a:avLst/>
            <a:gdLst>
              <a:gd name="connsiteX0" fmla="*/ 57150 w 83743"/>
              <a:gd name="connsiteY0" fmla="*/ 0 h 176212"/>
              <a:gd name="connsiteX1" fmla="*/ 80962 w 83743"/>
              <a:gd name="connsiteY1" fmla="*/ 109537 h 176212"/>
              <a:gd name="connsiteX2" fmla="*/ 0 w 83743"/>
              <a:gd name="connsiteY2" fmla="*/ 176212 h 176212"/>
            </a:gdLst>
            <a:ahLst/>
            <a:cxnLst>
              <a:cxn ang="0">
                <a:pos x="connsiteX0" y="connsiteY0"/>
              </a:cxn>
              <a:cxn ang="0">
                <a:pos x="connsiteX1" y="connsiteY1"/>
              </a:cxn>
              <a:cxn ang="0">
                <a:pos x="connsiteX2" y="connsiteY2"/>
              </a:cxn>
            </a:cxnLst>
            <a:rect l="l" t="t" r="r" b="b"/>
            <a:pathLst>
              <a:path w="83743" h="176212">
                <a:moveTo>
                  <a:pt x="57150" y="0"/>
                </a:moveTo>
                <a:cubicBezTo>
                  <a:pt x="73818" y="40084"/>
                  <a:pt x="90487" y="80168"/>
                  <a:pt x="80962" y="109537"/>
                </a:cubicBezTo>
                <a:cubicBezTo>
                  <a:pt x="71437" y="138906"/>
                  <a:pt x="35718" y="157559"/>
                  <a:pt x="0" y="17621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5" name="Forme libre : forme 34">
            <a:extLst>
              <a:ext uri="{FF2B5EF4-FFF2-40B4-BE49-F238E27FC236}">
                <a16:creationId xmlns:a16="http://schemas.microsoft.com/office/drawing/2014/main" id="{35621412-1B80-4E53-947E-9E951FB558DB}"/>
              </a:ext>
            </a:extLst>
          </p:cNvPr>
          <p:cNvSpPr/>
          <p:nvPr/>
        </p:nvSpPr>
        <p:spPr>
          <a:xfrm>
            <a:off x="7181850" y="1724025"/>
            <a:ext cx="397814" cy="442913"/>
          </a:xfrm>
          <a:custGeom>
            <a:avLst/>
            <a:gdLst>
              <a:gd name="connsiteX0" fmla="*/ 319088 w 397814"/>
              <a:gd name="connsiteY0" fmla="*/ 0 h 442913"/>
              <a:gd name="connsiteX1" fmla="*/ 376238 w 397814"/>
              <a:gd name="connsiteY1" fmla="*/ 180975 h 442913"/>
              <a:gd name="connsiteX2" fmla="*/ 0 w 397814"/>
              <a:gd name="connsiteY2" fmla="*/ 442913 h 442913"/>
            </a:gdLst>
            <a:ahLst/>
            <a:cxnLst>
              <a:cxn ang="0">
                <a:pos x="connsiteX0" y="connsiteY0"/>
              </a:cxn>
              <a:cxn ang="0">
                <a:pos x="connsiteX1" y="connsiteY1"/>
              </a:cxn>
              <a:cxn ang="0">
                <a:pos x="connsiteX2" y="connsiteY2"/>
              </a:cxn>
            </a:cxnLst>
            <a:rect l="l" t="t" r="r" b="b"/>
            <a:pathLst>
              <a:path w="397814" h="442913">
                <a:moveTo>
                  <a:pt x="319088" y="0"/>
                </a:moveTo>
                <a:cubicBezTo>
                  <a:pt x="374253" y="53578"/>
                  <a:pt x="429419" y="107156"/>
                  <a:pt x="376238" y="180975"/>
                </a:cubicBezTo>
                <a:cubicBezTo>
                  <a:pt x="323057" y="254794"/>
                  <a:pt x="161528" y="348853"/>
                  <a:pt x="0" y="442913"/>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6" name="Forme libre : forme 35">
            <a:extLst>
              <a:ext uri="{FF2B5EF4-FFF2-40B4-BE49-F238E27FC236}">
                <a16:creationId xmlns:a16="http://schemas.microsoft.com/office/drawing/2014/main" id="{46D31AC1-BED1-4E25-9AB4-6AED18C1FF18}"/>
              </a:ext>
            </a:extLst>
          </p:cNvPr>
          <p:cNvSpPr/>
          <p:nvPr/>
        </p:nvSpPr>
        <p:spPr>
          <a:xfrm>
            <a:off x="7572375" y="1690688"/>
            <a:ext cx="195398" cy="347662"/>
          </a:xfrm>
          <a:custGeom>
            <a:avLst/>
            <a:gdLst>
              <a:gd name="connsiteX0" fmla="*/ 0 w 195398"/>
              <a:gd name="connsiteY0" fmla="*/ 0 h 347662"/>
              <a:gd name="connsiteX1" fmla="*/ 195263 w 195398"/>
              <a:gd name="connsiteY1" fmla="*/ 204787 h 347662"/>
              <a:gd name="connsiteX2" fmla="*/ 33338 w 195398"/>
              <a:gd name="connsiteY2" fmla="*/ 347662 h 347662"/>
            </a:gdLst>
            <a:ahLst/>
            <a:cxnLst>
              <a:cxn ang="0">
                <a:pos x="connsiteX0" y="connsiteY0"/>
              </a:cxn>
              <a:cxn ang="0">
                <a:pos x="connsiteX1" y="connsiteY1"/>
              </a:cxn>
              <a:cxn ang="0">
                <a:pos x="connsiteX2" y="connsiteY2"/>
              </a:cxn>
            </a:cxnLst>
            <a:rect l="l" t="t" r="r" b="b"/>
            <a:pathLst>
              <a:path w="195398" h="347662">
                <a:moveTo>
                  <a:pt x="0" y="0"/>
                </a:moveTo>
                <a:cubicBezTo>
                  <a:pt x="94853" y="73421"/>
                  <a:pt x="189707" y="146843"/>
                  <a:pt x="195263" y="204787"/>
                </a:cubicBezTo>
                <a:cubicBezTo>
                  <a:pt x="200819" y="262731"/>
                  <a:pt x="33338" y="325437"/>
                  <a:pt x="33338" y="34766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7" name="Forme libre : forme 36">
            <a:extLst>
              <a:ext uri="{FF2B5EF4-FFF2-40B4-BE49-F238E27FC236}">
                <a16:creationId xmlns:a16="http://schemas.microsoft.com/office/drawing/2014/main" id="{44D44D5B-7641-4604-AC5B-4C5739D861D8}"/>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orme libre : forme 37">
            <a:extLst>
              <a:ext uri="{FF2B5EF4-FFF2-40B4-BE49-F238E27FC236}">
                <a16:creationId xmlns:a16="http://schemas.microsoft.com/office/drawing/2014/main" id="{7D477DA5-434D-4639-A4BC-D128B78D7EEE}"/>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Forme libre : forme 39">
            <a:extLst>
              <a:ext uri="{FF2B5EF4-FFF2-40B4-BE49-F238E27FC236}">
                <a16:creationId xmlns:a16="http://schemas.microsoft.com/office/drawing/2014/main" id="{0DC4F265-7CF7-4130-98CE-78CE0DC1CBFA}"/>
              </a:ext>
            </a:extLst>
          </p:cNvPr>
          <p:cNvSpPr/>
          <p:nvPr/>
        </p:nvSpPr>
        <p:spPr>
          <a:xfrm>
            <a:off x="6743700" y="2757488"/>
            <a:ext cx="347663" cy="109537"/>
          </a:xfrm>
          <a:custGeom>
            <a:avLst/>
            <a:gdLst>
              <a:gd name="connsiteX0" fmla="*/ 147638 w 347663"/>
              <a:gd name="connsiteY0" fmla="*/ 14287 h 109537"/>
              <a:gd name="connsiteX1" fmla="*/ 76200 w 347663"/>
              <a:gd name="connsiteY1" fmla="*/ 9525 h 109537"/>
              <a:gd name="connsiteX2" fmla="*/ 33338 w 347663"/>
              <a:gd name="connsiteY2" fmla="*/ 33337 h 109537"/>
              <a:gd name="connsiteX3" fmla="*/ 0 w 347663"/>
              <a:gd name="connsiteY3" fmla="*/ 66675 h 109537"/>
              <a:gd name="connsiteX4" fmla="*/ 28575 w 347663"/>
              <a:gd name="connsiteY4" fmla="*/ 80962 h 109537"/>
              <a:gd name="connsiteX5" fmla="*/ 61913 w 347663"/>
              <a:gd name="connsiteY5" fmla="*/ 100012 h 109537"/>
              <a:gd name="connsiteX6" fmla="*/ 85725 w 347663"/>
              <a:gd name="connsiteY6" fmla="*/ 104775 h 109537"/>
              <a:gd name="connsiteX7" fmla="*/ 142875 w 347663"/>
              <a:gd name="connsiteY7" fmla="*/ 109537 h 109537"/>
              <a:gd name="connsiteX8" fmla="*/ 166688 w 347663"/>
              <a:gd name="connsiteY8" fmla="*/ 104775 h 109537"/>
              <a:gd name="connsiteX9" fmla="*/ 190500 w 347663"/>
              <a:gd name="connsiteY9" fmla="*/ 90487 h 109537"/>
              <a:gd name="connsiteX10" fmla="*/ 209550 w 347663"/>
              <a:gd name="connsiteY10" fmla="*/ 85725 h 109537"/>
              <a:gd name="connsiteX11" fmla="*/ 280988 w 347663"/>
              <a:gd name="connsiteY11" fmla="*/ 71437 h 109537"/>
              <a:gd name="connsiteX12" fmla="*/ 347663 w 347663"/>
              <a:gd name="connsiteY12" fmla="*/ 71437 h 109537"/>
              <a:gd name="connsiteX13" fmla="*/ 347663 w 347663"/>
              <a:gd name="connsiteY13" fmla="*/ 71437 h 109537"/>
              <a:gd name="connsiteX14" fmla="*/ 285750 w 347663"/>
              <a:gd name="connsiteY14" fmla="*/ 9525 h 109537"/>
              <a:gd name="connsiteX15" fmla="*/ 214313 w 347663"/>
              <a:gd name="connsiteY15" fmla="*/ 0 h 109537"/>
              <a:gd name="connsiteX16" fmla="*/ 147638 w 347663"/>
              <a:gd name="connsiteY16" fmla="*/ 14287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7663" h="109537">
                <a:moveTo>
                  <a:pt x="147638" y="14287"/>
                </a:moveTo>
                <a:lnTo>
                  <a:pt x="76200" y="9525"/>
                </a:lnTo>
                <a:lnTo>
                  <a:pt x="33338" y="33337"/>
                </a:lnTo>
                <a:lnTo>
                  <a:pt x="0" y="66675"/>
                </a:lnTo>
                <a:lnTo>
                  <a:pt x="28575" y="80962"/>
                </a:lnTo>
                <a:lnTo>
                  <a:pt x="61913" y="100012"/>
                </a:lnTo>
                <a:lnTo>
                  <a:pt x="85725" y="104775"/>
                </a:lnTo>
                <a:lnTo>
                  <a:pt x="142875" y="109537"/>
                </a:lnTo>
                <a:lnTo>
                  <a:pt x="166688" y="104775"/>
                </a:lnTo>
                <a:lnTo>
                  <a:pt x="190500" y="90487"/>
                </a:lnTo>
                <a:lnTo>
                  <a:pt x="209550" y="85725"/>
                </a:lnTo>
                <a:lnTo>
                  <a:pt x="280988" y="71437"/>
                </a:lnTo>
                <a:lnTo>
                  <a:pt x="347663" y="71437"/>
                </a:lnTo>
                <a:lnTo>
                  <a:pt x="347663" y="71437"/>
                </a:lnTo>
                <a:lnTo>
                  <a:pt x="285750" y="9525"/>
                </a:lnTo>
                <a:lnTo>
                  <a:pt x="214313" y="0"/>
                </a:lnTo>
                <a:lnTo>
                  <a:pt x="147638" y="14287"/>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Ellipse 38">
            <a:extLst>
              <a:ext uri="{FF2B5EF4-FFF2-40B4-BE49-F238E27FC236}">
                <a16:creationId xmlns:a16="http://schemas.microsoft.com/office/drawing/2014/main" id="{DA994445-D8E7-4B44-8E18-06463DF1403E}"/>
              </a:ext>
            </a:extLst>
          </p:cNvPr>
          <p:cNvSpPr/>
          <p:nvPr/>
        </p:nvSpPr>
        <p:spPr>
          <a:xfrm>
            <a:off x="6056378" y="2578725"/>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5" name="Connecteur droit 44">
            <a:extLst>
              <a:ext uri="{FF2B5EF4-FFF2-40B4-BE49-F238E27FC236}">
                <a16:creationId xmlns:a16="http://schemas.microsoft.com/office/drawing/2014/main" id="{89A92E5F-C51C-40C2-BA86-583E048C2B29}"/>
              </a:ext>
            </a:extLst>
          </p:cNvPr>
          <p:cNvCxnSpPr>
            <a:cxnSpLocks/>
          </p:cNvCxnSpPr>
          <p:nvPr/>
        </p:nvCxnSpPr>
        <p:spPr>
          <a:xfrm>
            <a:off x="6094478" y="2431939"/>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8" name="Triangle isocèle 47">
            <a:extLst>
              <a:ext uri="{FF2B5EF4-FFF2-40B4-BE49-F238E27FC236}">
                <a16:creationId xmlns:a16="http://schemas.microsoft.com/office/drawing/2014/main" id="{14EE0BCE-A5B8-4880-9C4E-262AAC085BB5}"/>
              </a:ext>
            </a:extLst>
          </p:cNvPr>
          <p:cNvSpPr/>
          <p:nvPr/>
        </p:nvSpPr>
        <p:spPr>
          <a:xfrm rot="5400000">
            <a:off x="6091577" y="2427548"/>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9" name="Ellipse 48">
            <a:extLst>
              <a:ext uri="{FF2B5EF4-FFF2-40B4-BE49-F238E27FC236}">
                <a16:creationId xmlns:a16="http://schemas.microsoft.com/office/drawing/2014/main" id="{DC22121E-5AB8-405D-B797-3A447095DE02}"/>
              </a:ext>
            </a:extLst>
          </p:cNvPr>
          <p:cNvSpPr/>
          <p:nvPr/>
        </p:nvSpPr>
        <p:spPr>
          <a:xfrm>
            <a:off x="5225909" y="3294632"/>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0" name="Connecteur droit 49">
            <a:extLst>
              <a:ext uri="{FF2B5EF4-FFF2-40B4-BE49-F238E27FC236}">
                <a16:creationId xmlns:a16="http://schemas.microsoft.com/office/drawing/2014/main" id="{4A4477EA-5829-41E5-B846-9D8E40EA365A}"/>
              </a:ext>
            </a:extLst>
          </p:cNvPr>
          <p:cNvCxnSpPr/>
          <p:nvPr/>
        </p:nvCxnSpPr>
        <p:spPr>
          <a:xfrm>
            <a:off x="5168759" y="3369342"/>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3" name="Forme libre : forme 2">
            <a:extLst>
              <a:ext uri="{FF2B5EF4-FFF2-40B4-BE49-F238E27FC236}">
                <a16:creationId xmlns:a16="http://schemas.microsoft.com/office/drawing/2014/main" id="{4E2DEB73-83E9-4E06-9AA2-F0A8D8FDBD64}"/>
              </a:ext>
            </a:extLst>
          </p:cNvPr>
          <p:cNvSpPr/>
          <p:nvPr/>
        </p:nvSpPr>
        <p:spPr>
          <a:xfrm rot="17953894">
            <a:off x="6967550" y="2397036"/>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Forme libre : forme 50">
            <a:extLst>
              <a:ext uri="{FF2B5EF4-FFF2-40B4-BE49-F238E27FC236}">
                <a16:creationId xmlns:a16="http://schemas.microsoft.com/office/drawing/2014/main" id="{82375281-84D1-4785-852D-3E0B14BB4070}"/>
              </a:ext>
            </a:extLst>
          </p:cNvPr>
          <p:cNvSpPr/>
          <p:nvPr/>
        </p:nvSpPr>
        <p:spPr>
          <a:xfrm rot="17793563">
            <a:off x="6173272" y="2005782"/>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orme libre : forme 51">
            <a:extLst>
              <a:ext uri="{FF2B5EF4-FFF2-40B4-BE49-F238E27FC236}">
                <a16:creationId xmlns:a16="http://schemas.microsoft.com/office/drawing/2014/main" id="{D0C240D3-D3E6-4BA8-9D35-7F2001778389}"/>
              </a:ext>
            </a:extLst>
          </p:cNvPr>
          <p:cNvSpPr/>
          <p:nvPr/>
        </p:nvSpPr>
        <p:spPr>
          <a:xfrm rot="17673567">
            <a:off x="5387056" y="2426135"/>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orme libre : forme 52">
            <a:extLst>
              <a:ext uri="{FF2B5EF4-FFF2-40B4-BE49-F238E27FC236}">
                <a16:creationId xmlns:a16="http://schemas.microsoft.com/office/drawing/2014/main" id="{5C0ACF0E-5050-4393-AF83-336BA0F2DCB5}"/>
              </a:ext>
            </a:extLst>
          </p:cNvPr>
          <p:cNvSpPr/>
          <p:nvPr/>
        </p:nvSpPr>
        <p:spPr>
          <a:xfrm rot="17161577">
            <a:off x="6311021" y="2596493"/>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Forme libre : forme 53">
            <a:extLst>
              <a:ext uri="{FF2B5EF4-FFF2-40B4-BE49-F238E27FC236}">
                <a16:creationId xmlns:a16="http://schemas.microsoft.com/office/drawing/2014/main" id="{B127CED1-5A46-4018-85CE-563ECB87AFDF}"/>
              </a:ext>
            </a:extLst>
          </p:cNvPr>
          <p:cNvSpPr/>
          <p:nvPr/>
        </p:nvSpPr>
        <p:spPr>
          <a:xfrm rot="17793563">
            <a:off x="5902941" y="3024101"/>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lèche : gauche 3">
            <a:extLst>
              <a:ext uri="{FF2B5EF4-FFF2-40B4-BE49-F238E27FC236}">
                <a16:creationId xmlns:a16="http://schemas.microsoft.com/office/drawing/2014/main" id="{EBD0A7AB-8314-4592-8B29-AC4B030AE3BC}"/>
              </a:ext>
            </a:extLst>
          </p:cNvPr>
          <p:cNvSpPr/>
          <p:nvPr/>
        </p:nvSpPr>
        <p:spPr>
          <a:xfrm rot="19680203">
            <a:off x="6141403" y="2228294"/>
            <a:ext cx="672472" cy="345077"/>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55" name="Flèche : gauche 54">
            <a:extLst>
              <a:ext uri="{FF2B5EF4-FFF2-40B4-BE49-F238E27FC236}">
                <a16:creationId xmlns:a16="http://schemas.microsoft.com/office/drawing/2014/main" id="{4DA7AC7E-5E4D-435B-897A-4494C457FDC2}"/>
              </a:ext>
            </a:extLst>
          </p:cNvPr>
          <p:cNvSpPr/>
          <p:nvPr/>
        </p:nvSpPr>
        <p:spPr>
          <a:xfrm rot="19123466">
            <a:off x="5415519" y="2754529"/>
            <a:ext cx="672472" cy="345077"/>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56" name="Flèche : gauche 55">
            <a:extLst>
              <a:ext uri="{FF2B5EF4-FFF2-40B4-BE49-F238E27FC236}">
                <a16:creationId xmlns:a16="http://schemas.microsoft.com/office/drawing/2014/main" id="{FCDED38D-7E48-4671-BAE6-77272C781BD9}"/>
              </a:ext>
            </a:extLst>
          </p:cNvPr>
          <p:cNvSpPr/>
          <p:nvPr/>
        </p:nvSpPr>
        <p:spPr>
          <a:xfrm rot="159067">
            <a:off x="4753193" y="3093003"/>
            <a:ext cx="344148" cy="345077"/>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838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926891" cy="369332"/>
          </a:xfrm>
          <a:prstGeom prst="rect">
            <a:avLst/>
          </a:prstGeom>
          <a:noFill/>
        </p:spPr>
        <p:txBody>
          <a:bodyPr wrap="none" rtlCol="0">
            <a:spAutoFit/>
          </a:bodyPr>
          <a:lstStyle/>
          <a:p>
            <a:r>
              <a:rPr lang="fr-FR" dirty="0">
                <a:solidFill>
                  <a:schemeClr val="bg1"/>
                </a:solidFill>
              </a:rPr>
              <a:t>Présentation environnement </a:t>
            </a:r>
          </a:p>
        </p:txBody>
      </p:sp>
      <p:pic>
        <p:nvPicPr>
          <p:cNvPr id="6" name="Image 5">
            <a:extLst>
              <a:ext uri="{FF2B5EF4-FFF2-40B4-BE49-F238E27FC236}">
                <a16:creationId xmlns:a16="http://schemas.microsoft.com/office/drawing/2014/main" id="{4434BFCD-FB0C-4B15-8E35-79A03EBB6AB6}"/>
              </a:ext>
            </a:extLst>
          </p:cNvPr>
          <p:cNvPicPr>
            <a:picLocks noChangeAspect="1"/>
          </p:cNvPicPr>
          <p:nvPr/>
        </p:nvPicPr>
        <p:blipFill>
          <a:blip r:embed="rId3"/>
          <a:stretch>
            <a:fillRect/>
          </a:stretch>
        </p:blipFill>
        <p:spPr>
          <a:xfrm>
            <a:off x="7956376" y="1059582"/>
            <a:ext cx="552483" cy="3132296"/>
          </a:xfrm>
          <a:prstGeom prst="rect">
            <a:avLst/>
          </a:prstGeom>
        </p:spPr>
      </p:pic>
      <p:pic>
        <p:nvPicPr>
          <p:cNvPr id="10" name="Image 9">
            <a:extLst>
              <a:ext uri="{FF2B5EF4-FFF2-40B4-BE49-F238E27FC236}">
                <a16:creationId xmlns:a16="http://schemas.microsoft.com/office/drawing/2014/main" id="{C0DAEEA8-A0F5-4844-9D28-8F57FF7C6566}"/>
              </a:ext>
            </a:extLst>
          </p:cNvPr>
          <p:cNvPicPr>
            <a:picLocks noChangeAspect="1"/>
          </p:cNvPicPr>
          <p:nvPr/>
        </p:nvPicPr>
        <p:blipFill>
          <a:blip r:embed="rId4"/>
          <a:stretch>
            <a:fillRect/>
          </a:stretch>
        </p:blipFill>
        <p:spPr>
          <a:xfrm>
            <a:off x="793590" y="927668"/>
            <a:ext cx="3341928" cy="3264209"/>
          </a:xfrm>
          <a:prstGeom prst="rect">
            <a:avLst/>
          </a:prstGeom>
        </p:spPr>
      </p:pic>
      <p:pic>
        <p:nvPicPr>
          <p:cNvPr id="12" name="Graphique 11">
            <a:extLst>
              <a:ext uri="{FF2B5EF4-FFF2-40B4-BE49-F238E27FC236}">
                <a16:creationId xmlns:a16="http://schemas.microsoft.com/office/drawing/2014/main" id="{98769EDF-600D-4EC1-9206-05154D58503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831" r="4546"/>
          <a:stretch/>
        </p:blipFill>
        <p:spPr>
          <a:xfrm>
            <a:off x="4572000" y="927667"/>
            <a:ext cx="3024336" cy="3264209"/>
          </a:xfrm>
          <a:prstGeom prst="rect">
            <a:avLst/>
          </a:prstGeom>
        </p:spPr>
      </p:pic>
      <p:sp>
        <p:nvSpPr>
          <p:cNvPr id="7" name="Forme libre : forme 6">
            <a:extLst>
              <a:ext uri="{FF2B5EF4-FFF2-40B4-BE49-F238E27FC236}">
                <a16:creationId xmlns:a16="http://schemas.microsoft.com/office/drawing/2014/main" id="{87D75D16-B3E9-4DBE-B8A8-3E736CB715C7}"/>
              </a:ext>
            </a:extLst>
          </p:cNvPr>
          <p:cNvSpPr/>
          <p:nvPr/>
        </p:nvSpPr>
        <p:spPr>
          <a:xfrm>
            <a:off x="5169695" y="3523720"/>
            <a:ext cx="100012" cy="195263"/>
          </a:xfrm>
          <a:custGeom>
            <a:avLst/>
            <a:gdLst>
              <a:gd name="connsiteX0" fmla="*/ 40481 w 95250"/>
              <a:gd name="connsiteY0" fmla="*/ 0 h 195263"/>
              <a:gd name="connsiteX1" fmla="*/ 9525 w 95250"/>
              <a:gd name="connsiteY1" fmla="*/ 64294 h 195263"/>
              <a:gd name="connsiteX2" fmla="*/ 0 w 95250"/>
              <a:gd name="connsiteY2" fmla="*/ 154781 h 195263"/>
              <a:gd name="connsiteX3" fmla="*/ 21431 w 95250"/>
              <a:gd name="connsiteY3" fmla="*/ 190500 h 195263"/>
              <a:gd name="connsiteX4" fmla="*/ 64294 w 95250"/>
              <a:gd name="connsiteY4" fmla="*/ 195263 h 195263"/>
              <a:gd name="connsiteX5" fmla="*/ 88106 w 95250"/>
              <a:gd name="connsiteY5" fmla="*/ 140494 h 195263"/>
              <a:gd name="connsiteX6" fmla="*/ 95250 w 95250"/>
              <a:gd name="connsiteY6" fmla="*/ 59531 h 195263"/>
              <a:gd name="connsiteX7" fmla="*/ 40481 w 95250"/>
              <a:gd name="connsiteY7" fmla="*/ 0 h 1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95263">
                <a:moveTo>
                  <a:pt x="40481" y="0"/>
                </a:moveTo>
                <a:lnTo>
                  <a:pt x="9525" y="64294"/>
                </a:lnTo>
                <a:lnTo>
                  <a:pt x="0" y="154781"/>
                </a:lnTo>
                <a:lnTo>
                  <a:pt x="21431" y="190500"/>
                </a:lnTo>
                <a:lnTo>
                  <a:pt x="64294" y="195263"/>
                </a:lnTo>
                <a:lnTo>
                  <a:pt x="88106" y="140494"/>
                </a:lnTo>
                <a:lnTo>
                  <a:pt x="95250" y="59531"/>
                </a:lnTo>
                <a:lnTo>
                  <a:pt x="40481" y="0"/>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3AEE8BC6-9199-4C98-B7BC-656A008A0B85}"/>
              </a:ext>
            </a:extLst>
          </p:cNvPr>
          <p:cNvSpPr/>
          <p:nvPr/>
        </p:nvSpPr>
        <p:spPr>
          <a:xfrm>
            <a:off x="5295603" y="3795886"/>
            <a:ext cx="85725" cy="35718"/>
          </a:xfrm>
          <a:custGeom>
            <a:avLst/>
            <a:gdLst>
              <a:gd name="connsiteX0" fmla="*/ 0 w 85725"/>
              <a:gd name="connsiteY0" fmla="*/ 2381 h 35718"/>
              <a:gd name="connsiteX1" fmla="*/ 64294 w 85725"/>
              <a:gd name="connsiteY1" fmla="*/ 0 h 35718"/>
              <a:gd name="connsiteX2" fmla="*/ 83344 w 85725"/>
              <a:gd name="connsiteY2" fmla="*/ 11906 h 35718"/>
              <a:gd name="connsiteX3" fmla="*/ 85725 w 85725"/>
              <a:gd name="connsiteY3" fmla="*/ 33337 h 35718"/>
              <a:gd name="connsiteX4" fmla="*/ 57150 w 85725"/>
              <a:gd name="connsiteY4" fmla="*/ 35718 h 35718"/>
              <a:gd name="connsiteX5" fmla="*/ 0 w 85725"/>
              <a:gd name="connsiteY5" fmla="*/ 2381 h 3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35718">
                <a:moveTo>
                  <a:pt x="0" y="2381"/>
                </a:moveTo>
                <a:lnTo>
                  <a:pt x="64294" y="0"/>
                </a:lnTo>
                <a:lnTo>
                  <a:pt x="83344" y="11906"/>
                </a:lnTo>
                <a:lnTo>
                  <a:pt x="85725" y="33337"/>
                </a:lnTo>
                <a:lnTo>
                  <a:pt x="57150" y="35718"/>
                </a:lnTo>
                <a:lnTo>
                  <a:pt x="0" y="2381"/>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63DBB17D-2709-4B6F-BF61-0FF7BE497FB3}"/>
              </a:ext>
            </a:extLst>
          </p:cNvPr>
          <p:cNvSpPr/>
          <p:nvPr/>
        </p:nvSpPr>
        <p:spPr>
          <a:xfrm>
            <a:off x="5895929" y="3399895"/>
            <a:ext cx="100012" cy="123825"/>
          </a:xfrm>
          <a:custGeom>
            <a:avLst/>
            <a:gdLst>
              <a:gd name="connsiteX0" fmla="*/ 26193 w 100012"/>
              <a:gd name="connsiteY0" fmla="*/ 0 h 123825"/>
              <a:gd name="connsiteX1" fmla="*/ 0 w 100012"/>
              <a:gd name="connsiteY1" fmla="*/ 52388 h 123825"/>
              <a:gd name="connsiteX2" fmla="*/ 11906 w 100012"/>
              <a:gd name="connsiteY2" fmla="*/ 100013 h 123825"/>
              <a:gd name="connsiteX3" fmla="*/ 26193 w 100012"/>
              <a:gd name="connsiteY3" fmla="*/ 123825 h 123825"/>
              <a:gd name="connsiteX4" fmla="*/ 64293 w 100012"/>
              <a:gd name="connsiteY4" fmla="*/ 92869 h 123825"/>
              <a:gd name="connsiteX5" fmla="*/ 100012 w 100012"/>
              <a:gd name="connsiteY5" fmla="*/ 78581 h 123825"/>
              <a:gd name="connsiteX6" fmla="*/ 69056 w 100012"/>
              <a:gd name="connsiteY6" fmla="*/ 61913 h 123825"/>
              <a:gd name="connsiteX7" fmla="*/ 26193 w 100012"/>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12" h="123825">
                <a:moveTo>
                  <a:pt x="26193" y="0"/>
                </a:moveTo>
                <a:lnTo>
                  <a:pt x="0" y="52388"/>
                </a:lnTo>
                <a:lnTo>
                  <a:pt x="11906" y="100013"/>
                </a:lnTo>
                <a:lnTo>
                  <a:pt x="26193" y="123825"/>
                </a:lnTo>
                <a:lnTo>
                  <a:pt x="64293" y="92869"/>
                </a:lnTo>
                <a:lnTo>
                  <a:pt x="100012" y="78581"/>
                </a:lnTo>
                <a:lnTo>
                  <a:pt x="69056" y="61913"/>
                </a:lnTo>
                <a:lnTo>
                  <a:pt x="26193" y="0"/>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7209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Graphique 59">
            <a:extLst>
              <a:ext uri="{FF2B5EF4-FFF2-40B4-BE49-F238E27FC236}">
                <a16:creationId xmlns:a16="http://schemas.microsoft.com/office/drawing/2014/main" id="{2E048C0C-514E-4155-8BBB-1DA9332C7DD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831" r="4546"/>
          <a:stretch/>
        </p:blipFill>
        <p:spPr>
          <a:xfrm>
            <a:off x="4332325" y="927669"/>
            <a:ext cx="3347822" cy="3613352"/>
          </a:xfrm>
          <a:prstGeom prst="rect">
            <a:avLst/>
          </a:prstGeom>
        </p:spPr>
      </p:pic>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926891" cy="369332"/>
          </a:xfrm>
          <a:prstGeom prst="rect">
            <a:avLst/>
          </a:prstGeom>
          <a:noFill/>
        </p:spPr>
        <p:txBody>
          <a:bodyPr wrap="none" rtlCol="0">
            <a:spAutoFit/>
          </a:bodyPr>
          <a:lstStyle/>
          <a:p>
            <a:r>
              <a:rPr lang="fr-FR" dirty="0">
                <a:solidFill>
                  <a:schemeClr val="bg1"/>
                </a:solidFill>
              </a:rPr>
              <a:t>Présentation environnement </a:t>
            </a:r>
          </a:p>
        </p:txBody>
      </p:sp>
      <p:pic>
        <p:nvPicPr>
          <p:cNvPr id="6" name="Image 5">
            <a:extLst>
              <a:ext uri="{FF2B5EF4-FFF2-40B4-BE49-F238E27FC236}">
                <a16:creationId xmlns:a16="http://schemas.microsoft.com/office/drawing/2014/main" id="{4434BFCD-FB0C-4B15-8E35-79A03EBB6AB6}"/>
              </a:ext>
            </a:extLst>
          </p:cNvPr>
          <p:cNvPicPr>
            <a:picLocks noChangeAspect="1"/>
          </p:cNvPicPr>
          <p:nvPr/>
        </p:nvPicPr>
        <p:blipFill>
          <a:blip r:embed="rId5"/>
          <a:stretch>
            <a:fillRect/>
          </a:stretch>
        </p:blipFill>
        <p:spPr>
          <a:xfrm>
            <a:off x="7956376" y="1059582"/>
            <a:ext cx="552483" cy="3132296"/>
          </a:xfrm>
          <a:prstGeom prst="rect">
            <a:avLst/>
          </a:prstGeom>
        </p:spPr>
      </p:pic>
      <p:sp>
        <p:nvSpPr>
          <p:cNvPr id="2" name="ZoneTexte 1">
            <a:extLst>
              <a:ext uri="{FF2B5EF4-FFF2-40B4-BE49-F238E27FC236}">
                <a16:creationId xmlns:a16="http://schemas.microsoft.com/office/drawing/2014/main" id="{39286A22-79EE-43A3-AD33-DEE942EAFB1D}"/>
              </a:ext>
            </a:extLst>
          </p:cNvPr>
          <p:cNvSpPr txBox="1"/>
          <p:nvPr/>
        </p:nvSpPr>
        <p:spPr>
          <a:xfrm>
            <a:off x="230546" y="927669"/>
            <a:ext cx="3549366" cy="2308324"/>
          </a:xfrm>
          <a:prstGeom prst="rect">
            <a:avLst/>
          </a:prstGeom>
          <a:noFill/>
        </p:spPr>
        <p:txBody>
          <a:bodyPr wrap="square" rtlCol="0">
            <a:spAutoFit/>
          </a:bodyPr>
          <a:lstStyle/>
          <a:p>
            <a:r>
              <a:rPr lang="fr-FR" dirty="0">
                <a:solidFill>
                  <a:schemeClr val="bg1"/>
                </a:solidFill>
              </a:rPr>
              <a:t>Modifications des carte des fonds :</a:t>
            </a:r>
          </a:p>
          <a:p>
            <a:pPr marL="285750" indent="-285750">
              <a:buFont typeface="Arial" panose="020B0604020202020204" pitchFamily="34" charset="0"/>
              <a:buChar char="•"/>
            </a:pPr>
            <a:r>
              <a:rPr lang="fr-FR" dirty="0">
                <a:solidFill>
                  <a:schemeClr val="bg1"/>
                </a:solidFill>
              </a:rPr>
              <a:t>Ajout d’une falaise</a:t>
            </a:r>
          </a:p>
          <a:p>
            <a:pPr marL="285750" indent="-285750">
              <a:buFont typeface="Arial" panose="020B0604020202020204" pitchFamily="34" charset="0"/>
              <a:buChar char="•"/>
            </a:pPr>
            <a:r>
              <a:rPr lang="fr-FR" dirty="0">
                <a:solidFill>
                  <a:schemeClr val="bg1"/>
                </a:solidFill>
              </a:rPr>
              <a:t>Ajout d’une zone plus profonde</a:t>
            </a:r>
          </a:p>
          <a:p>
            <a:pPr marL="285750" indent="-285750">
              <a:buFont typeface="Arial" panose="020B0604020202020204" pitchFamily="34" charset="0"/>
              <a:buChar char="•"/>
            </a:pPr>
            <a:r>
              <a:rPr lang="fr-FR" dirty="0">
                <a:solidFill>
                  <a:schemeClr val="bg1"/>
                </a:solidFill>
              </a:rPr>
              <a:t>Ajout d’une zone petit fond</a:t>
            </a:r>
          </a:p>
          <a:p>
            <a:pPr marL="285750" indent="-285750">
              <a:buFont typeface="Arial" panose="020B0604020202020204" pitchFamily="34" charset="0"/>
              <a:buChar char="•"/>
            </a:pPr>
            <a:r>
              <a:rPr lang="fr-FR" dirty="0">
                <a:solidFill>
                  <a:schemeClr val="bg1"/>
                </a:solidFill>
              </a:rPr>
              <a:t>Ajout d’îles pour ajouter de la difficulté</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11" name="Octogone 10">
            <a:extLst>
              <a:ext uri="{FF2B5EF4-FFF2-40B4-BE49-F238E27FC236}">
                <a16:creationId xmlns:a16="http://schemas.microsoft.com/office/drawing/2014/main" id="{A349CF8C-9D49-4EBB-A29A-045E5A921A19}"/>
              </a:ext>
            </a:extLst>
          </p:cNvPr>
          <p:cNvSpPr/>
          <p:nvPr/>
        </p:nvSpPr>
        <p:spPr>
          <a:xfrm>
            <a:off x="2483768" y="1275606"/>
            <a:ext cx="288032" cy="288032"/>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a:t>
            </a:r>
          </a:p>
        </p:txBody>
      </p:sp>
      <p:sp>
        <p:nvSpPr>
          <p:cNvPr id="13" name="Octogone 12">
            <a:extLst>
              <a:ext uri="{FF2B5EF4-FFF2-40B4-BE49-F238E27FC236}">
                <a16:creationId xmlns:a16="http://schemas.microsoft.com/office/drawing/2014/main" id="{60A9B39F-9D95-4AE8-A6BE-927B182C86A5}"/>
              </a:ext>
            </a:extLst>
          </p:cNvPr>
          <p:cNvSpPr/>
          <p:nvPr/>
        </p:nvSpPr>
        <p:spPr>
          <a:xfrm>
            <a:off x="3572272" y="1563638"/>
            <a:ext cx="288032" cy="288032"/>
          </a:xfrm>
          <a:prstGeom prst="octagon">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dirty="0"/>
              <a:t>2</a:t>
            </a:r>
          </a:p>
        </p:txBody>
      </p:sp>
      <p:sp>
        <p:nvSpPr>
          <p:cNvPr id="14" name="Octogone 13">
            <a:extLst>
              <a:ext uri="{FF2B5EF4-FFF2-40B4-BE49-F238E27FC236}">
                <a16:creationId xmlns:a16="http://schemas.microsoft.com/office/drawing/2014/main" id="{05ABCA54-6F3B-4FF1-B5D4-2D9D85132952}"/>
              </a:ext>
            </a:extLst>
          </p:cNvPr>
          <p:cNvSpPr/>
          <p:nvPr/>
        </p:nvSpPr>
        <p:spPr>
          <a:xfrm>
            <a:off x="3205386" y="1793799"/>
            <a:ext cx="288032" cy="288032"/>
          </a:xfrm>
          <a:prstGeom prst="oct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3</a:t>
            </a:r>
          </a:p>
        </p:txBody>
      </p:sp>
      <p:sp>
        <p:nvSpPr>
          <p:cNvPr id="15" name="Octogone 14">
            <a:extLst>
              <a:ext uri="{FF2B5EF4-FFF2-40B4-BE49-F238E27FC236}">
                <a16:creationId xmlns:a16="http://schemas.microsoft.com/office/drawing/2014/main" id="{AACC3F12-651C-4F50-80DE-5D5D626820DA}"/>
              </a:ext>
            </a:extLst>
          </p:cNvPr>
          <p:cNvSpPr/>
          <p:nvPr/>
        </p:nvSpPr>
        <p:spPr>
          <a:xfrm>
            <a:off x="1549975" y="2349778"/>
            <a:ext cx="288032" cy="288032"/>
          </a:xfrm>
          <a:prstGeom prst="octagon">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dirty="0"/>
              <a:t>4</a:t>
            </a:r>
          </a:p>
        </p:txBody>
      </p:sp>
      <p:pic>
        <p:nvPicPr>
          <p:cNvPr id="32" name="Image 31">
            <a:extLst>
              <a:ext uri="{FF2B5EF4-FFF2-40B4-BE49-F238E27FC236}">
                <a16:creationId xmlns:a16="http://schemas.microsoft.com/office/drawing/2014/main" id="{E7CC6948-E4E3-4ABF-BED2-6CD372F99685}"/>
              </a:ext>
            </a:extLst>
          </p:cNvPr>
          <p:cNvPicPr>
            <a:picLocks noChangeAspect="1"/>
          </p:cNvPicPr>
          <p:nvPr/>
        </p:nvPicPr>
        <p:blipFill rotWithShape="1">
          <a:blip r:embed="rId6"/>
          <a:srcRect b="49239"/>
          <a:stretch/>
        </p:blipFill>
        <p:spPr>
          <a:xfrm>
            <a:off x="568566" y="2856190"/>
            <a:ext cx="3341928" cy="1656951"/>
          </a:xfrm>
          <a:prstGeom prst="rect">
            <a:avLst/>
          </a:prstGeom>
        </p:spPr>
      </p:pic>
      <p:sp>
        <p:nvSpPr>
          <p:cNvPr id="33" name="Octogone 32">
            <a:extLst>
              <a:ext uri="{FF2B5EF4-FFF2-40B4-BE49-F238E27FC236}">
                <a16:creationId xmlns:a16="http://schemas.microsoft.com/office/drawing/2014/main" id="{4A3AE9C0-FF32-4495-8CF8-1C36B3B423CD}"/>
              </a:ext>
            </a:extLst>
          </p:cNvPr>
          <p:cNvSpPr/>
          <p:nvPr/>
        </p:nvSpPr>
        <p:spPr>
          <a:xfrm>
            <a:off x="3252916" y="4180509"/>
            <a:ext cx="288032" cy="288032"/>
          </a:xfrm>
          <a:prstGeom prst="octagon">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dirty="0"/>
              <a:t>2</a:t>
            </a:r>
          </a:p>
        </p:txBody>
      </p:sp>
      <p:sp>
        <p:nvSpPr>
          <p:cNvPr id="34" name="Octogone 33">
            <a:extLst>
              <a:ext uri="{FF2B5EF4-FFF2-40B4-BE49-F238E27FC236}">
                <a16:creationId xmlns:a16="http://schemas.microsoft.com/office/drawing/2014/main" id="{2ECA2436-2872-4F70-BA2B-9FB3B8233F86}"/>
              </a:ext>
            </a:extLst>
          </p:cNvPr>
          <p:cNvSpPr/>
          <p:nvPr/>
        </p:nvSpPr>
        <p:spPr>
          <a:xfrm>
            <a:off x="603817" y="2841305"/>
            <a:ext cx="288032" cy="288032"/>
          </a:xfrm>
          <a:prstGeom prst="oct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3</a:t>
            </a:r>
          </a:p>
        </p:txBody>
      </p:sp>
      <p:sp>
        <p:nvSpPr>
          <p:cNvPr id="35" name="Octogone 34">
            <a:extLst>
              <a:ext uri="{FF2B5EF4-FFF2-40B4-BE49-F238E27FC236}">
                <a16:creationId xmlns:a16="http://schemas.microsoft.com/office/drawing/2014/main" id="{16A9D25A-1FC3-437E-9184-F8F79B1D7C24}"/>
              </a:ext>
            </a:extLst>
          </p:cNvPr>
          <p:cNvSpPr/>
          <p:nvPr/>
        </p:nvSpPr>
        <p:spPr>
          <a:xfrm>
            <a:off x="2995452" y="3324921"/>
            <a:ext cx="288032" cy="288032"/>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a:t>
            </a:r>
          </a:p>
        </p:txBody>
      </p:sp>
      <p:sp>
        <p:nvSpPr>
          <p:cNvPr id="38" name="Rectangle 37">
            <a:extLst>
              <a:ext uri="{FF2B5EF4-FFF2-40B4-BE49-F238E27FC236}">
                <a16:creationId xmlns:a16="http://schemas.microsoft.com/office/drawing/2014/main" id="{773B4069-796D-4E2E-9501-F6315829C70C}"/>
              </a:ext>
            </a:extLst>
          </p:cNvPr>
          <p:cNvSpPr/>
          <p:nvPr/>
        </p:nvSpPr>
        <p:spPr>
          <a:xfrm rot="5001039">
            <a:off x="1754177" y="2731687"/>
            <a:ext cx="487421" cy="1788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Octogone 38">
            <a:extLst>
              <a:ext uri="{FF2B5EF4-FFF2-40B4-BE49-F238E27FC236}">
                <a16:creationId xmlns:a16="http://schemas.microsoft.com/office/drawing/2014/main" id="{CFBBAEED-7F05-4E99-BA47-61067A350E6B}"/>
              </a:ext>
            </a:extLst>
          </p:cNvPr>
          <p:cNvSpPr/>
          <p:nvPr/>
        </p:nvSpPr>
        <p:spPr>
          <a:xfrm>
            <a:off x="2294889" y="2803001"/>
            <a:ext cx="288032" cy="288032"/>
          </a:xfrm>
          <a:prstGeom prst="octagon">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dirty="0"/>
              <a:t>4</a:t>
            </a:r>
          </a:p>
        </p:txBody>
      </p:sp>
      <p:cxnSp>
        <p:nvCxnSpPr>
          <p:cNvPr id="40" name="Connecteur droit avec flèche 39">
            <a:extLst>
              <a:ext uri="{FF2B5EF4-FFF2-40B4-BE49-F238E27FC236}">
                <a16:creationId xmlns:a16="http://schemas.microsoft.com/office/drawing/2014/main" id="{33A46B27-DF60-4300-BDC1-BF77D72F5161}"/>
              </a:ext>
            </a:extLst>
          </p:cNvPr>
          <p:cNvCxnSpPr>
            <a:cxnSpLocks/>
            <a:stCxn id="39" idx="4"/>
          </p:cNvCxnSpPr>
          <p:nvPr/>
        </p:nvCxnSpPr>
        <p:spPr>
          <a:xfrm flipH="1">
            <a:off x="1602040" y="3006671"/>
            <a:ext cx="692849" cy="3741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eur droit avec flèche 43">
            <a:extLst>
              <a:ext uri="{FF2B5EF4-FFF2-40B4-BE49-F238E27FC236}">
                <a16:creationId xmlns:a16="http://schemas.microsoft.com/office/drawing/2014/main" id="{7032DCF6-5658-415E-94E1-D8487081AE17}"/>
              </a:ext>
            </a:extLst>
          </p:cNvPr>
          <p:cNvCxnSpPr>
            <a:cxnSpLocks/>
            <a:stCxn id="39" idx="4"/>
          </p:cNvCxnSpPr>
          <p:nvPr/>
        </p:nvCxnSpPr>
        <p:spPr>
          <a:xfrm flipH="1">
            <a:off x="1378015" y="3006671"/>
            <a:ext cx="916874" cy="654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Connecteur droit avec flèche 47">
            <a:extLst>
              <a:ext uri="{FF2B5EF4-FFF2-40B4-BE49-F238E27FC236}">
                <a16:creationId xmlns:a16="http://schemas.microsoft.com/office/drawing/2014/main" id="{50258C8B-E52A-4771-AD3E-885BF0ED095B}"/>
              </a:ext>
            </a:extLst>
          </p:cNvPr>
          <p:cNvCxnSpPr>
            <a:cxnSpLocks/>
            <a:stCxn id="39" idx="4"/>
          </p:cNvCxnSpPr>
          <p:nvPr/>
        </p:nvCxnSpPr>
        <p:spPr>
          <a:xfrm flipH="1">
            <a:off x="1221550" y="3006671"/>
            <a:ext cx="1073339" cy="1727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Forme libre : forme 6">
            <a:extLst>
              <a:ext uri="{FF2B5EF4-FFF2-40B4-BE49-F238E27FC236}">
                <a16:creationId xmlns:a16="http://schemas.microsoft.com/office/drawing/2014/main" id="{87D75D16-B3E9-4DBE-B8A8-3E736CB715C7}"/>
              </a:ext>
            </a:extLst>
          </p:cNvPr>
          <p:cNvSpPr/>
          <p:nvPr/>
        </p:nvSpPr>
        <p:spPr>
          <a:xfrm>
            <a:off x="4955100" y="3787559"/>
            <a:ext cx="126782" cy="248372"/>
          </a:xfrm>
          <a:custGeom>
            <a:avLst/>
            <a:gdLst>
              <a:gd name="connsiteX0" fmla="*/ 40481 w 95250"/>
              <a:gd name="connsiteY0" fmla="*/ 0 h 195263"/>
              <a:gd name="connsiteX1" fmla="*/ 9525 w 95250"/>
              <a:gd name="connsiteY1" fmla="*/ 64294 h 195263"/>
              <a:gd name="connsiteX2" fmla="*/ 0 w 95250"/>
              <a:gd name="connsiteY2" fmla="*/ 154781 h 195263"/>
              <a:gd name="connsiteX3" fmla="*/ 21431 w 95250"/>
              <a:gd name="connsiteY3" fmla="*/ 190500 h 195263"/>
              <a:gd name="connsiteX4" fmla="*/ 64294 w 95250"/>
              <a:gd name="connsiteY4" fmla="*/ 195263 h 195263"/>
              <a:gd name="connsiteX5" fmla="*/ 88106 w 95250"/>
              <a:gd name="connsiteY5" fmla="*/ 140494 h 195263"/>
              <a:gd name="connsiteX6" fmla="*/ 95250 w 95250"/>
              <a:gd name="connsiteY6" fmla="*/ 59531 h 195263"/>
              <a:gd name="connsiteX7" fmla="*/ 40481 w 95250"/>
              <a:gd name="connsiteY7" fmla="*/ 0 h 1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195263">
                <a:moveTo>
                  <a:pt x="40481" y="0"/>
                </a:moveTo>
                <a:lnTo>
                  <a:pt x="9525" y="64294"/>
                </a:lnTo>
                <a:lnTo>
                  <a:pt x="0" y="154781"/>
                </a:lnTo>
                <a:lnTo>
                  <a:pt x="21431" y="190500"/>
                </a:lnTo>
                <a:lnTo>
                  <a:pt x="64294" y="195263"/>
                </a:lnTo>
                <a:lnTo>
                  <a:pt x="88106" y="140494"/>
                </a:lnTo>
                <a:lnTo>
                  <a:pt x="95250" y="59531"/>
                </a:lnTo>
                <a:lnTo>
                  <a:pt x="40481" y="0"/>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3AEE8BC6-9199-4C98-B7BC-656A008A0B85}"/>
              </a:ext>
            </a:extLst>
          </p:cNvPr>
          <p:cNvSpPr/>
          <p:nvPr/>
        </p:nvSpPr>
        <p:spPr>
          <a:xfrm>
            <a:off x="5119852" y="4096506"/>
            <a:ext cx="85725" cy="35718"/>
          </a:xfrm>
          <a:custGeom>
            <a:avLst/>
            <a:gdLst>
              <a:gd name="connsiteX0" fmla="*/ 0 w 85725"/>
              <a:gd name="connsiteY0" fmla="*/ 2381 h 35718"/>
              <a:gd name="connsiteX1" fmla="*/ 64294 w 85725"/>
              <a:gd name="connsiteY1" fmla="*/ 0 h 35718"/>
              <a:gd name="connsiteX2" fmla="*/ 83344 w 85725"/>
              <a:gd name="connsiteY2" fmla="*/ 11906 h 35718"/>
              <a:gd name="connsiteX3" fmla="*/ 85725 w 85725"/>
              <a:gd name="connsiteY3" fmla="*/ 33337 h 35718"/>
              <a:gd name="connsiteX4" fmla="*/ 57150 w 85725"/>
              <a:gd name="connsiteY4" fmla="*/ 35718 h 35718"/>
              <a:gd name="connsiteX5" fmla="*/ 0 w 85725"/>
              <a:gd name="connsiteY5" fmla="*/ 2381 h 3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35718">
                <a:moveTo>
                  <a:pt x="0" y="2381"/>
                </a:moveTo>
                <a:lnTo>
                  <a:pt x="64294" y="0"/>
                </a:lnTo>
                <a:lnTo>
                  <a:pt x="83344" y="11906"/>
                </a:lnTo>
                <a:lnTo>
                  <a:pt x="85725" y="33337"/>
                </a:lnTo>
                <a:lnTo>
                  <a:pt x="57150" y="35718"/>
                </a:lnTo>
                <a:lnTo>
                  <a:pt x="0" y="2381"/>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63DBB17D-2709-4B6F-BF61-0FF7BE497FB3}"/>
              </a:ext>
            </a:extLst>
          </p:cNvPr>
          <p:cNvSpPr/>
          <p:nvPr/>
        </p:nvSpPr>
        <p:spPr>
          <a:xfrm>
            <a:off x="5823669" y="3694185"/>
            <a:ext cx="100012" cy="123825"/>
          </a:xfrm>
          <a:custGeom>
            <a:avLst/>
            <a:gdLst>
              <a:gd name="connsiteX0" fmla="*/ 26193 w 100012"/>
              <a:gd name="connsiteY0" fmla="*/ 0 h 123825"/>
              <a:gd name="connsiteX1" fmla="*/ 0 w 100012"/>
              <a:gd name="connsiteY1" fmla="*/ 52388 h 123825"/>
              <a:gd name="connsiteX2" fmla="*/ 11906 w 100012"/>
              <a:gd name="connsiteY2" fmla="*/ 100013 h 123825"/>
              <a:gd name="connsiteX3" fmla="*/ 26193 w 100012"/>
              <a:gd name="connsiteY3" fmla="*/ 123825 h 123825"/>
              <a:gd name="connsiteX4" fmla="*/ 64293 w 100012"/>
              <a:gd name="connsiteY4" fmla="*/ 92869 h 123825"/>
              <a:gd name="connsiteX5" fmla="*/ 100012 w 100012"/>
              <a:gd name="connsiteY5" fmla="*/ 78581 h 123825"/>
              <a:gd name="connsiteX6" fmla="*/ 69056 w 100012"/>
              <a:gd name="connsiteY6" fmla="*/ 61913 h 123825"/>
              <a:gd name="connsiteX7" fmla="*/ 26193 w 100012"/>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12" h="123825">
                <a:moveTo>
                  <a:pt x="26193" y="0"/>
                </a:moveTo>
                <a:lnTo>
                  <a:pt x="0" y="52388"/>
                </a:lnTo>
                <a:lnTo>
                  <a:pt x="11906" y="100013"/>
                </a:lnTo>
                <a:lnTo>
                  <a:pt x="26193" y="123825"/>
                </a:lnTo>
                <a:lnTo>
                  <a:pt x="64293" y="92869"/>
                </a:lnTo>
                <a:lnTo>
                  <a:pt x="100012" y="78581"/>
                </a:lnTo>
                <a:lnTo>
                  <a:pt x="69056" y="61913"/>
                </a:lnTo>
                <a:lnTo>
                  <a:pt x="26193" y="0"/>
                </a:lnTo>
                <a:close/>
              </a:path>
            </a:pathLst>
          </a:custGeom>
          <a:solidFill>
            <a:srgbClr val="F9EDBC"/>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784A744-60D3-4120-95E3-7CAACCCC2A85}"/>
              </a:ext>
            </a:extLst>
          </p:cNvPr>
          <p:cNvSpPr/>
          <p:nvPr/>
        </p:nvSpPr>
        <p:spPr>
          <a:xfrm>
            <a:off x="6049318" y="3122696"/>
            <a:ext cx="144016" cy="8353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ctogone 15">
            <a:extLst>
              <a:ext uri="{FF2B5EF4-FFF2-40B4-BE49-F238E27FC236}">
                <a16:creationId xmlns:a16="http://schemas.microsoft.com/office/drawing/2014/main" id="{0CF16D91-6C89-4704-A80D-D3C6040012FB}"/>
              </a:ext>
            </a:extLst>
          </p:cNvPr>
          <p:cNvSpPr/>
          <p:nvPr/>
        </p:nvSpPr>
        <p:spPr>
          <a:xfrm>
            <a:off x="5967413" y="2798156"/>
            <a:ext cx="288032" cy="288032"/>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dirty="0"/>
              <a:t>1</a:t>
            </a:r>
          </a:p>
        </p:txBody>
      </p:sp>
      <p:sp>
        <p:nvSpPr>
          <p:cNvPr id="17" name="Octogone 16">
            <a:extLst>
              <a:ext uri="{FF2B5EF4-FFF2-40B4-BE49-F238E27FC236}">
                <a16:creationId xmlns:a16="http://schemas.microsoft.com/office/drawing/2014/main" id="{55426767-55F3-4C09-ABEC-49339E882EFF}"/>
              </a:ext>
            </a:extLst>
          </p:cNvPr>
          <p:cNvSpPr/>
          <p:nvPr/>
        </p:nvSpPr>
        <p:spPr>
          <a:xfrm>
            <a:off x="7301458" y="2749798"/>
            <a:ext cx="288032" cy="288032"/>
          </a:xfrm>
          <a:prstGeom prst="octagon">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FR" dirty="0"/>
              <a:t>2</a:t>
            </a:r>
          </a:p>
        </p:txBody>
      </p:sp>
      <p:sp>
        <p:nvSpPr>
          <p:cNvPr id="19" name="Octogone 18">
            <a:extLst>
              <a:ext uri="{FF2B5EF4-FFF2-40B4-BE49-F238E27FC236}">
                <a16:creationId xmlns:a16="http://schemas.microsoft.com/office/drawing/2014/main" id="{5B57B3EE-40D8-4653-9ACB-F8628801D590}"/>
              </a:ext>
            </a:extLst>
          </p:cNvPr>
          <p:cNvSpPr/>
          <p:nvPr/>
        </p:nvSpPr>
        <p:spPr>
          <a:xfrm>
            <a:off x="4499837" y="3891915"/>
            <a:ext cx="288032" cy="288032"/>
          </a:xfrm>
          <a:prstGeom prst="octag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t>3</a:t>
            </a:r>
          </a:p>
        </p:txBody>
      </p:sp>
      <p:cxnSp>
        <p:nvCxnSpPr>
          <p:cNvPr id="23" name="Connecteur droit avec flèche 22">
            <a:extLst>
              <a:ext uri="{FF2B5EF4-FFF2-40B4-BE49-F238E27FC236}">
                <a16:creationId xmlns:a16="http://schemas.microsoft.com/office/drawing/2014/main" id="{EB8D1C03-0035-4C8D-93AA-AC30D253BBF2}"/>
              </a:ext>
            </a:extLst>
          </p:cNvPr>
          <p:cNvCxnSpPr>
            <a:cxnSpLocks/>
            <a:stCxn id="20" idx="5"/>
          </p:cNvCxnSpPr>
          <p:nvPr/>
        </p:nvCxnSpPr>
        <p:spPr>
          <a:xfrm flipH="1" flipV="1">
            <a:off x="5251410" y="4125323"/>
            <a:ext cx="207438" cy="69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eur droit avec flèche 25">
            <a:extLst>
              <a:ext uri="{FF2B5EF4-FFF2-40B4-BE49-F238E27FC236}">
                <a16:creationId xmlns:a16="http://schemas.microsoft.com/office/drawing/2014/main" id="{63B46902-3815-4477-96CF-68F6FC1F8153}"/>
              </a:ext>
            </a:extLst>
          </p:cNvPr>
          <p:cNvCxnSpPr>
            <a:cxnSpLocks/>
          </p:cNvCxnSpPr>
          <p:nvPr/>
        </p:nvCxnSpPr>
        <p:spPr>
          <a:xfrm flipH="1" flipV="1">
            <a:off x="5128142" y="3870615"/>
            <a:ext cx="399436" cy="2093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Connecteur droit avec flèche 28">
            <a:extLst>
              <a:ext uri="{FF2B5EF4-FFF2-40B4-BE49-F238E27FC236}">
                <a16:creationId xmlns:a16="http://schemas.microsoft.com/office/drawing/2014/main" id="{0F516B54-D141-4DE1-9CD5-C54C8098EAE1}"/>
              </a:ext>
            </a:extLst>
          </p:cNvPr>
          <p:cNvCxnSpPr>
            <a:cxnSpLocks/>
            <a:stCxn id="20" idx="0"/>
            <a:endCxn id="9" idx="2"/>
          </p:cNvCxnSpPr>
          <p:nvPr/>
        </p:nvCxnSpPr>
        <p:spPr>
          <a:xfrm flipV="1">
            <a:off x="5746880" y="3794198"/>
            <a:ext cx="88695" cy="3380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Octogone 19">
            <a:extLst>
              <a:ext uri="{FF2B5EF4-FFF2-40B4-BE49-F238E27FC236}">
                <a16:creationId xmlns:a16="http://schemas.microsoft.com/office/drawing/2014/main" id="{DF16599E-BFAC-4C96-BE42-096641306C0B}"/>
              </a:ext>
            </a:extLst>
          </p:cNvPr>
          <p:cNvSpPr/>
          <p:nvPr/>
        </p:nvSpPr>
        <p:spPr>
          <a:xfrm>
            <a:off x="5458848" y="4047862"/>
            <a:ext cx="288032" cy="288032"/>
          </a:xfrm>
          <a:prstGeom prst="octagon">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dirty="0"/>
              <a:t>4</a:t>
            </a:r>
          </a:p>
        </p:txBody>
      </p:sp>
    </p:spTree>
    <p:extLst>
      <p:ext uri="{BB962C8B-B14F-4D97-AF65-F5344CB8AC3E}">
        <p14:creationId xmlns:p14="http://schemas.microsoft.com/office/powerpoint/2010/main" val="58143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926891" cy="369332"/>
          </a:xfrm>
          <a:prstGeom prst="rect">
            <a:avLst/>
          </a:prstGeom>
          <a:noFill/>
        </p:spPr>
        <p:txBody>
          <a:bodyPr wrap="none" rtlCol="0">
            <a:spAutoFit/>
          </a:bodyPr>
          <a:lstStyle/>
          <a:p>
            <a:r>
              <a:rPr lang="fr-FR" dirty="0">
                <a:solidFill>
                  <a:schemeClr val="bg1"/>
                </a:solidFill>
              </a:rPr>
              <a:t>Présentation environnement </a:t>
            </a:r>
          </a:p>
        </p:txBody>
      </p:sp>
      <p:pic>
        <p:nvPicPr>
          <p:cNvPr id="3" name="Image 2">
            <a:extLst>
              <a:ext uri="{FF2B5EF4-FFF2-40B4-BE49-F238E27FC236}">
                <a16:creationId xmlns:a16="http://schemas.microsoft.com/office/drawing/2014/main" id="{70CAC145-4C44-4396-A6D0-2D2AACBAA8AC}"/>
              </a:ext>
            </a:extLst>
          </p:cNvPr>
          <p:cNvPicPr>
            <a:picLocks noChangeAspect="1"/>
          </p:cNvPicPr>
          <p:nvPr/>
        </p:nvPicPr>
        <p:blipFill>
          <a:blip r:embed="rId3"/>
          <a:stretch>
            <a:fillRect/>
          </a:stretch>
        </p:blipFill>
        <p:spPr>
          <a:xfrm>
            <a:off x="3640170" y="970083"/>
            <a:ext cx="4414042" cy="3203334"/>
          </a:xfrm>
          <a:prstGeom prst="rect">
            <a:avLst/>
          </a:prstGeom>
        </p:spPr>
      </p:pic>
      <p:cxnSp>
        <p:nvCxnSpPr>
          <p:cNvPr id="4" name="Connecteur droit avec flèche 3">
            <a:extLst>
              <a:ext uri="{FF2B5EF4-FFF2-40B4-BE49-F238E27FC236}">
                <a16:creationId xmlns:a16="http://schemas.microsoft.com/office/drawing/2014/main" id="{6C295C9F-A0D7-4B9C-8E8D-FB23724FA12F}"/>
              </a:ext>
            </a:extLst>
          </p:cNvPr>
          <p:cNvCxnSpPr/>
          <p:nvPr/>
        </p:nvCxnSpPr>
        <p:spPr>
          <a:xfrm flipV="1">
            <a:off x="4920967" y="2427734"/>
            <a:ext cx="20614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Connecteur droit avec flèche 5">
            <a:extLst>
              <a:ext uri="{FF2B5EF4-FFF2-40B4-BE49-F238E27FC236}">
                <a16:creationId xmlns:a16="http://schemas.microsoft.com/office/drawing/2014/main" id="{6F1CE596-42FA-43B1-BEF1-45764B150695}"/>
              </a:ext>
            </a:extLst>
          </p:cNvPr>
          <p:cNvCxnSpPr>
            <a:cxnSpLocks/>
          </p:cNvCxnSpPr>
          <p:nvPr/>
        </p:nvCxnSpPr>
        <p:spPr>
          <a:xfrm flipV="1">
            <a:off x="5487151" y="2067694"/>
            <a:ext cx="216024"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Connecteur droit avec flèche 7">
            <a:extLst>
              <a:ext uri="{FF2B5EF4-FFF2-40B4-BE49-F238E27FC236}">
                <a16:creationId xmlns:a16="http://schemas.microsoft.com/office/drawing/2014/main" id="{6CBE6E6D-4250-48F1-B4A1-4DE0367860D3}"/>
              </a:ext>
            </a:extLst>
          </p:cNvPr>
          <p:cNvCxnSpPr>
            <a:cxnSpLocks/>
          </p:cNvCxnSpPr>
          <p:nvPr/>
        </p:nvCxnSpPr>
        <p:spPr>
          <a:xfrm flipV="1">
            <a:off x="5919199" y="1851670"/>
            <a:ext cx="21602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Connecteur droit avec flèche 9">
            <a:extLst>
              <a:ext uri="{FF2B5EF4-FFF2-40B4-BE49-F238E27FC236}">
                <a16:creationId xmlns:a16="http://schemas.microsoft.com/office/drawing/2014/main" id="{56787BB0-4A38-45A1-8892-E0499F6480DC}"/>
              </a:ext>
            </a:extLst>
          </p:cNvPr>
          <p:cNvCxnSpPr/>
          <p:nvPr/>
        </p:nvCxnSpPr>
        <p:spPr>
          <a:xfrm flipV="1">
            <a:off x="4479039" y="2859782"/>
            <a:ext cx="20614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Connecteur droit avec flèche 10">
            <a:extLst>
              <a:ext uri="{FF2B5EF4-FFF2-40B4-BE49-F238E27FC236}">
                <a16:creationId xmlns:a16="http://schemas.microsoft.com/office/drawing/2014/main" id="{B9F79497-9665-4AA8-AB89-4F54BD1A658D}"/>
              </a:ext>
            </a:extLst>
          </p:cNvPr>
          <p:cNvCxnSpPr/>
          <p:nvPr/>
        </p:nvCxnSpPr>
        <p:spPr>
          <a:xfrm flipV="1">
            <a:off x="6423255" y="1563638"/>
            <a:ext cx="20614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Connecteur droit avec flèche 11">
            <a:extLst>
              <a:ext uri="{FF2B5EF4-FFF2-40B4-BE49-F238E27FC236}">
                <a16:creationId xmlns:a16="http://schemas.microsoft.com/office/drawing/2014/main" id="{909F2DD4-DC5F-4B6D-A481-637993AF4C55}"/>
              </a:ext>
            </a:extLst>
          </p:cNvPr>
          <p:cNvCxnSpPr>
            <a:cxnSpLocks/>
          </p:cNvCxnSpPr>
          <p:nvPr/>
        </p:nvCxnSpPr>
        <p:spPr>
          <a:xfrm>
            <a:off x="4582111" y="3795886"/>
            <a:ext cx="25696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Connecteur droit avec flèche 13">
            <a:extLst>
              <a:ext uri="{FF2B5EF4-FFF2-40B4-BE49-F238E27FC236}">
                <a16:creationId xmlns:a16="http://schemas.microsoft.com/office/drawing/2014/main" id="{1CCB19BD-3390-4DB1-A836-586CD3035935}"/>
              </a:ext>
            </a:extLst>
          </p:cNvPr>
          <p:cNvCxnSpPr/>
          <p:nvPr/>
        </p:nvCxnSpPr>
        <p:spPr>
          <a:xfrm flipV="1">
            <a:off x="5145789" y="3579862"/>
            <a:ext cx="20614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Connecteur droit avec flèche 14">
            <a:extLst>
              <a:ext uri="{FF2B5EF4-FFF2-40B4-BE49-F238E27FC236}">
                <a16:creationId xmlns:a16="http://schemas.microsoft.com/office/drawing/2014/main" id="{EE153C62-6CDC-4201-A1CD-C7EC57A17471}"/>
              </a:ext>
            </a:extLst>
          </p:cNvPr>
          <p:cNvCxnSpPr>
            <a:cxnSpLocks/>
          </p:cNvCxnSpPr>
          <p:nvPr/>
        </p:nvCxnSpPr>
        <p:spPr>
          <a:xfrm flipV="1">
            <a:off x="5595163" y="3291830"/>
            <a:ext cx="247088"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eur droit avec flèche 16">
            <a:extLst>
              <a:ext uri="{FF2B5EF4-FFF2-40B4-BE49-F238E27FC236}">
                <a16:creationId xmlns:a16="http://schemas.microsoft.com/office/drawing/2014/main" id="{B1B82E0A-8B00-4C45-A536-38709A546013}"/>
              </a:ext>
            </a:extLst>
          </p:cNvPr>
          <p:cNvCxnSpPr>
            <a:cxnSpLocks/>
          </p:cNvCxnSpPr>
          <p:nvPr/>
        </p:nvCxnSpPr>
        <p:spPr>
          <a:xfrm>
            <a:off x="6320183" y="3399842"/>
            <a:ext cx="247088" cy="360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Connecteur droit avec flèche 18">
            <a:extLst>
              <a:ext uri="{FF2B5EF4-FFF2-40B4-BE49-F238E27FC236}">
                <a16:creationId xmlns:a16="http://schemas.microsoft.com/office/drawing/2014/main" id="{58913139-EC29-455C-A018-348F24094573}"/>
              </a:ext>
            </a:extLst>
          </p:cNvPr>
          <p:cNvCxnSpPr/>
          <p:nvPr/>
        </p:nvCxnSpPr>
        <p:spPr>
          <a:xfrm flipV="1">
            <a:off x="6829557" y="3147814"/>
            <a:ext cx="206144" cy="1440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Connecteur droit avec flèche 19">
            <a:extLst>
              <a:ext uri="{FF2B5EF4-FFF2-40B4-BE49-F238E27FC236}">
                <a16:creationId xmlns:a16="http://schemas.microsoft.com/office/drawing/2014/main" id="{291A1200-FA2D-49E0-A264-8966DE008FF3}"/>
              </a:ext>
            </a:extLst>
          </p:cNvPr>
          <p:cNvCxnSpPr>
            <a:cxnSpLocks/>
          </p:cNvCxnSpPr>
          <p:nvPr/>
        </p:nvCxnSpPr>
        <p:spPr>
          <a:xfrm>
            <a:off x="7359359" y="3147814"/>
            <a:ext cx="28803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Connecteur droit avec flèche 21">
            <a:extLst>
              <a:ext uri="{FF2B5EF4-FFF2-40B4-BE49-F238E27FC236}">
                <a16:creationId xmlns:a16="http://schemas.microsoft.com/office/drawing/2014/main" id="{F1E07FDD-2E67-4156-BC86-24692B5A3751}"/>
              </a:ext>
            </a:extLst>
          </p:cNvPr>
          <p:cNvCxnSpPr>
            <a:cxnSpLocks/>
          </p:cNvCxnSpPr>
          <p:nvPr/>
        </p:nvCxnSpPr>
        <p:spPr>
          <a:xfrm flipV="1">
            <a:off x="6938607" y="1491630"/>
            <a:ext cx="300126"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Connecteur droit avec flèche 23">
            <a:extLst>
              <a:ext uri="{FF2B5EF4-FFF2-40B4-BE49-F238E27FC236}">
                <a16:creationId xmlns:a16="http://schemas.microsoft.com/office/drawing/2014/main" id="{7B965F42-8ACA-4087-92C7-454FF273690F}"/>
              </a:ext>
            </a:extLst>
          </p:cNvPr>
          <p:cNvCxnSpPr>
            <a:cxnSpLocks/>
          </p:cNvCxnSpPr>
          <p:nvPr/>
        </p:nvCxnSpPr>
        <p:spPr>
          <a:xfrm flipH="1">
            <a:off x="4540380" y="3127626"/>
            <a:ext cx="170215" cy="28933"/>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27" name="Connecteur droit avec flèche 26">
            <a:extLst>
              <a:ext uri="{FF2B5EF4-FFF2-40B4-BE49-F238E27FC236}">
                <a16:creationId xmlns:a16="http://schemas.microsoft.com/office/drawing/2014/main" id="{FD37E644-20FB-4CB3-BE40-65B7D9916BE9}"/>
              </a:ext>
            </a:extLst>
          </p:cNvPr>
          <p:cNvCxnSpPr>
            <a:cxnSpLocks/>
          </p:cNvCxnSpPr>
          <p:nvPr/>
        </p:nvCxnSpPr>
        <p:spPr>
          <a:xfrm flipH="1">
            <a:off x="4757043" y="3356768"/>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32" name="Connecteur droit avec flèche 31">
            <a:extLst>
              <a:ext uri="{FF2B5EF4-FFF2-40B4-BE49-F238E27FC236}">
                <a16:creationId xmlns:a16="http://schemas.microsoft.com/office/drawing/2014/main" id="{F01789BC-C3AC-45FC-99A6-EEDA1D3B1209}"/>
              </a:ext>
            </a:extLst>
          </p:cNvPr>
          <p:cNvCxnSpPr>
            <a:cxnSpLocks/>
          </p:cNvCxnSpPr>
          <p:nvPr/>
        </p:nvCxnSpPr>
        <p:spPr>
          <a:xfrm flipH="1">
            <a:off x="6063215" y="2988540"/>
            <a:ext cx="179792" cy="59727"/>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33" name="Connecteur droit avec flèche 32">
            <a:extLst>
              <a:ext uri="{FF2B5EF4-FFF2-40B4-BE49-F238E27FC236}">
                <a16:creationId xmlns:a16="http://schemas.microsoft.com/office/drawing/2014/main" id="{F445E96D-1484-4FEF-8B03-6ACBE48CFAC6}"/>
              </a:ext>
            </a:extLst>
          </p:cNvPr>
          <p:cNvCxnSpPr>
            <a:cxnSpLocks/>
          </p:cNvCxnSpPr>
          <p:nvPr/>
        </p:nvCxnSpPr>
        <p:spPr>
          <a:xfrm flipH="1">
            <a:off x="4839079" y="3003798"/>
            <a:ext cx="213107" cy="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36" name="Connecteur droit avec flèche 35">
            <a:extLst>
              <a:ext uri="{FF2B5EF4-FFF2-40B4-BE49-F238E27FC236}">
                <a16:creationId xmlns:a16="http://schemas.microsoft.com/office/drawing/2014/main" id="{7A0EA05C-B320-4F53-B7D6-B5AC717B8A6E}"/>
              </a:ext>
            </a:extLst>
          </p:cNvPr>
          <p:cNvCxnSpPr>
            <a:cxnSpLocks/>
          </p:cNvCxnSpPr>
          <p:nvPr/>
        </p:nvCxnSpPr>
        <p:spPr>
          <a:xfrm flipH="1">
            <a:off x="5576254" y="2988540"/>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37" name="Connecteur droit avec flèche 36">
            <a:extLst>
              <a:ext uri="{FF2B5EF4-FFF2-40B4-BE49-F238E27FC236}">
                <a16:creationId xmlns:a16="http://schemas.microsoft.com/office/drawing/2014/main" id="{4965E6C8-5D7F-419A-AEA5-BEA60294CCB3}"/>
              </a:ext>
            </a:extLst>
          </p:cNvPr>
          <p:cNvCxnSpPr>
            <a:cxnSpLocks/>
          </p:cNvCxnSpPr>
          <p:nvPr/>
        </p:nvCxnSpPr>
        <p:spPr>
          <a:xfrm flipH="1">
            <a:off x="5351934" y="2859782"/>
            <a:ext cx="135217" cy="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0" name="Connecteur droit avec flèche 39">
            <a:extLst>
              <a:ext uri="{FF2B5EF4-FFF2-40B4-BE49-F238E27FC236}">
                <a16:creationId xmlns:a16="http://schemas.microsoft.com/office/drawing/2014/main" id="{11FCD616-8BD1-4F83-B66A-03EF94F52511}"/>
              </a:ext>
            </a:extLst>
          </p:cNvPr>
          <p:cNvCxnSpPr>
            <a:cxnSpLocks/>
          </p:cNvCxnSpPr>
          <p:nvPr/>
        </p:nvCxnSpPr>
        <p:spPr>
          <a:xfrm flipH="1">
            <a:off x="6635890" y="2873898"/>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3" name="Connecteur droit avec flèche 42">
            <a:extLst>
              <a:ext uri="{FF2B5EF4-FFF2-40B4-BE49-F238E27FC236}">
                <a16:creationId xmlns:a16="http://schemas.microsoft.com/office/drawing/2014/main" id="{269A3976-1EED-4752-AF35-113199F01CE1}"/>
              </a:ext>
            </a:extLst>
          </p:cNvPr>
          <p:cNvCxnSpPr>
            <a:cxnSpLocks/>
          </p:cNvCxnSpPr>
          <p:nvPr/>
        </p:nvCxnSpPr>
        <p:spPr>
          <a:xfrm flipH="1">
            <a:off x="5703175" y="2571750"/>
            <a:ext cx="192968" cy="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5" name="Connecteur droit avec flèche 44">
            <a:extLst>
              <a:ext uri="{FF2B5EF4-FFF2-40B4-BE49-F238E27FC236}">
                <a16:creationId xmlns:a16="http://schemas.microsoft.com/office/drawing/2014/main" id="{C5E67270-122A-46B4-9323-F4419AD78822}"/>
              </a:ext>
            </a:extLst>
          </p:cNvPr>
          <p:cNvCxnSpPr>
            <a:cxnSpLocks/>
          </p:cNvCxnSpPr>
          <p:nvPr/>
        </p:nvCxnSpPr>
        <p:spPr>
          <a:xfrm flipH="1">
            <a:off x="6135223" y="2154960"/>
            <a:ext cx="125813" cy="128758"/>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7" name="Connecteur droit avec flèche 46">
            <a:extLst>
              <a:ext uri="{FF2B5EF4-FFF2-40B4-BE49-F238E27FC236}">
                <a16:creationId xmlns:a16="http://schemas.microsoft.com/office/drawing/2014/main" id="{907EA6F6-00E8-4347-B46B-9EA73594D772}"/>
              </a:ext>
            </a:extLst>
          </p:cNvPr>
          <p:cNvCxnSpPr>
            <a:cxnSpLocks/>
          </p:cNvCxnSpPr>
          <p:nvPr/>
        </p:nvCxnSpPr>
        <p:spPr>
          <a:xfrm flipH="1">
            <a:off x="6554886" y="1956985"/>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8" name="Connecteur droit avec flèche 47">
            <a:extLst>
              <a:ext uri="{FF2B5EF4-FFF2-40B4-BE49-F238E27FC236}">
                <a16:creationId xmlns:a16="http://schemas.microsoft.com/office/drawing/2014/main" id="{831E609A-26FD-4986-811B-493B3FD6ED59}"/>
              </a:ext>
            </a:extLst>
          </p:cNvPr>
          <p:cNvCxnSpPr>
            <a:cxnSpLocks/>
          </p:cNvCxnSpPr>
          <p:nvPr/>
        </p:nvCxnSpPr>
        <p:spPr>
          <a:xfrm flipH="1">
            <a:off x="5163722" y="3208380"/>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49" name="Connecteur droit avec flèche 48">
            <a:extLst>
              <a:ext uri="{FF2B5EF4-FFF2-40B4-BE49-F238E27FC236}">
                <a16:creationId xmlns:a16="http://schemas.microsoft.com/office/drawing/2014/main" id="{9875327D-687B-4BAA-B49B-EC04E09E71F0}"/>
              </a:ext>
            </a:extLst>
          </p:cNvPr>
          <p:cNvCxnSpPr>
            <a:cxnSpLocks/>
          </p:cNvCxnSpPr>
          <p:nvPr/>
        </p:nvCxnSpPr>
        <p:spPr>
          <a:xfrm flipH="1">
            <a:off x="6482878" y="2445246"/>
            <a:ext cx="107783" cy="119454"/>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50" name="Connecteur droit avec flèche 49">
            <a:extLst>
              <a:ext uri="{FF2B5EF4-FFF2-40B4-BE49-F238E27FC236}">
                <a16:creationId xmlns:a16="http://schemas.microsoft.com/office/drawing/2014/main" id="{DE893F2D-0543-4348-B27A-948D076DA18E}"/>
              </a:ext>
            </a:extLst>
          </p:cNvPr>
          <p:cNvCxnSpPr>
            <a:cxnSpLocks/>
          </p:cNvCxnSpPr>
          <p:nvPr/>
        </p:nvCxnSpPr>
        <p:spPr>
          <a:xfrm flipH="1">
            <a:off x="7088670" y="2689346"/>
            <a:ext cx="137505" cy="2642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cxnSp>
        <p:nvCxnSpPr>
          <p:cNvPr id="52" name="Connecteur droit avec flèche 51">
            <a:extLst>
              <a:ext uri="{FF2B5EF4-FFF2-40B4-BE49-F238E27FC236}">
                <a16:creationId xmlns:a16="http://schemas.microsoft.com/office/drawing/2014/main" id="{666CA172-F1AD-41A9-9257-DDC7151CF9AA}"/>
              </a:ext>
            </a:extLst>
          </p:cNvPr>
          <p:cNvCxnSpPr>
            <a:cxnSpLocks/>
          </p:cNvCxnSpPr>
          <p:nvPr/>
        </p:nvCxnSpPr>
        <p:spPr>
          <a:xfrm flipH="1">
            <a:off x="6999319" y="2271529"/>
            <a:ext cx="158305" cy="2447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sp>
        <p:nvSpPr>
          <p:cNvPr id="54" name="ZoneTexte 53">
            <a:extLst>
              <a:ext uri="{FF2B5EF4-FFF2-40B4-BE49-F238E27FC236}">
                <a16:creationId xmlns:a16="http://schemas.microsoft.com/office/drawing/2014/main" id="{A83A8CC8-853B-4584-9A86-565D5BA9E9F9}"/>
              </a:ext>
            </a:extLst>
          </p:cNvPr>
          <p:cNvSpPr txBox="1"/>
          <p:nvPr/>
        </p:nvSpPr>
        <p:spPr>
          <a:xfrm>
            <a:off x="230546" y="927669"/>
            <a:ext cx="3549366" cy="1477328"/>
          </a:xfrm>
          <a:prstGeom prst="rect">
            <a:avLst/>
          </a:prstGeom>
          <a:noFill/>
        </p:spPr>
        <p:txBody>
          <a:bodyPr wrap="square" rtlCol="0">
            <a:spAutoFit/>
          </a:bodyPr>
          <a:lstStyle/>
          <a:p>
            <a:r>
              <a:rPr lang="fr-FR" dirty="0">
                <a:solidFill>
                  <a:schemeClr val="bg1"/>
                </a:solidFill>
              </a:rPr>
              <a:t>Direction et force du courant :</a:t>
            </a:r>
          </a:p>
          <a:p>
            <a:pPr marL="285750" indent="-285750">
              <a:buFont typeface="Arial" panose="020B0604020202020204" pitchFamily="34" charset="0"/>
              <a:buChar char="•"/>
            </a:pPr>
            <a:r>
              <a:rPr lang="fr-FR" dirty="0">
                <a:solidFill>
                  <a:schemeClr val="bg1"/>
                </a:solidFill>
              </a:rPr>
              <a:t>Le long des côtes d’ouest en est</a:t>
            </a:r>
          </a:p>
          <a:p>
            <a:pPr marL="285750" indent="-285750">
              <a:buFont typeface="Arial" panose="020B0604020202020204" pitchFamily="34" charset="0"/>
              <a:buChar char="•"/>
            </a:pPr>
            <a:r>
              <a:rPr lang="fr-FR" dirty="0">
                <a:solidFill>
                  <a:schemeClr val="bg1"/>
                </a:solidFill>
              </a:rPr>
              <a:t>Au centre plus faible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53" name="Flèche : bas 52">
            <a:extLst>
              <a:ext uri="{FF2B5EF4-FFF2-40B4-BE49-F238E27FC236}">
                <a16:creationId xmlns:a16="http://schemas.microsoft.com/office/drawing/2014/main" id="{146D87B0-6E56-43DB-9EE1-9FBD6591EE1B}"/>
              </a:ext>
            </a:extLst>
          </p:cNvPr>
          <p:cNvSpPr/>
          <p:nvPr/>
        </p:nvSpPr>
        <p:spPr>
          <a:xfrm rot="21030232">
            <a:off x="7319521" y="1246322"/>
            <a:ext cx="575240" cy="163806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cxnSp>
        <p:nvCxnSpPr>
          <p:cNvPr id="56" name="Connecteur droit avec flèche 55">
            <a:extLst>
              <a:ext uri="{FF2B5EF4-FFF2-40B4-BE49-F238E27FC236}">
                <a16:creationId xmlns:a16="http://schemas.microsoft.com/office/drawing/2014/main" id="{7E7E3814-5397-4134-B41A-86638C6AEC41}"/>
              </a:ext>
            </a:extLst>
          </p:cNvPr>
          <p:cNvCxnSpPr>
            <a:cxnSpLocks/>
          </p:cNvCxnSpPr>
          <p:nvPr/>
        </p:nvCxnSpPr>
        <p:spPr>
          <a:xfrm>
            <a:off x="3771567" y="1210093"/>
            <a:ext cx="2580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Connecteur droit avec flèche 57">
            <a:extLst>
              <a:ext uri="{FF2B5EF4-FFF2-40B4-BE49-F238E27FC236}">
                <a16:creationId xmlns:a16="http://schemas.microsoft.com/office/drawing/2014/main" id="{4C5B8911-21F5-4189-9582-B7CC1E51DE9D}"/>
              </a:ext>
            </a:extLst>
          </p:cNvPr>
          <p:cNvCxnSpPr>
            <a:cxnSpLocks/>
          </p:cNvCxnSpPr>
          <p:nvPr/>
        </p:nvCxnSpPr>
        <p:spPr>
          <a:xfrm>
            <a:off x="3758060" y="1491630"/>
            <a:ext cx="258075" cy="0"/>
          </a:xfrm>
          <a:prstGeom prst="straightConnector1">
            <a:avLst/>
          </a:prstGeom>
          <a:ln w="19050">
            <a:tailEnd type="triangle"/>
          </a:ln>
        </p:spPr>
        <p:style>
          <a:lnRef idx="3">
            <a:schemeClr val="dk1"/>
          </a:lnRef>
          <a:fillRef idx="0">
            <a:schemeClr val="dk1"/>
          </a:fillRef>
          <a:effectRef idx="2">
            <a:schemeClr val="dk1"/>
          </a:effectRef>
          <a:fontRef idx="minor">
            <a:schemeClr val="tx1"/>
          </a:fontRef>
        </p:style>
      </p:cxnSp>
      <p:sp>
        <p:nvSpPr>
          <p:cNvPr id="60" name="ZoneTexte 59">
            <a:extLst>
              <a:ext uri="{FF2B5EF4-FFF2-40B4-BE49-F238E27FC236}">
                <a16:creationId xmlns:a16="http://schemas.microsoft.com/office/drawing/2014/main" id="{EF97DF83-551C-42AD-86E4-D556ABE726C4}"/>
              </a:ext>
            </a:extLst>
          </p:cNvPr>
          <p:cNvSpPr txBox="1"/>
          <p:nvPr/>
        </p:nvSpPr>
        <p:spPr>
          <a:xfrm>
            <a:off x="4016135" y="1025427"/>
            <a:ext cx="740908" cy="369332"/>
          </a:xfrm>
          <a:prstGeom prst="rect">
            <a:avLst/>
          </a:prstGeom>
          <a:noFill/>
        </p:spPr>
        <p:txBody>
          <a:bodyPr wrap="none" rtlCol="0">
            <a:spAutoFit/>
          </a:bodyPr>
          <a:lstStyle/>
          <a:p>
            <a:r>
              <a:rPr lang="fr-FR" dirty="0"/>
              <a:t>~2 Nd</a:t>
            </a:r>
          </a:p>
        </p:txBody>
      </p:sp>
      <p:sp>
        <p:nvSpPr>
          <p:cNvPr id="62" name="ZoneTexte 61">
            <a:extLst>
              <a:ext uri="{FF2B5EF4-FFF2-40B4-BE49-F238E27FC236}">
                <a16:creationId xmlns:a16="http://schemas.microsoft.com/office/drawing/2014/main" id="{2726CC1F-C0BF-4AB8-BCC3-F9E22817F5BD}"/>
              </a:ext>
            </a:extLst>
          </p:cNvPr>
          <p:cNvSpPr txBox="1"/>
          <p:nvPr/>
        </p:nvSpPr>
        <p:spPr>
          <a:xfrm>
            <a:off x="4021706" y="1320831"/>
            <a:ext cx="2470100" cy="369332"/>
          </a:xfrm>
          <a:prstGeom prst="rect">
            <a:avLst/>
          </a:prstGeom>
          <a:noFill/>
        </p:spPr>
        <p:txBody>
          <a:bodyPr wrap="none" rtlCol="0">
            <a:spAutoFit/>
          </a:bodyPr>
          <a:lstStyle/>
          <a:p>
            <a:r>
              <a:rPr lang="fr-FR" dirty="0"/>
              <a:t>~1,5 Nd (selon le temps)</a:t>
            </a:r>
          </a:p>
        </p:txBody>
      </p:sp>
    </p:spTree>
    <p:extLst>
      <p:ext uri="{BB962C8B-B14F-4D97-AF65-F5344CB8AC3E}">
        <p14:creationId xmlns:p14="http://schemas.microsoft.com/office/powerpoint/2010/main" val="324799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2A014A-2F3C-41B7-BEFD-A11CACC30A89}"/>
              </a:ext>
            </a:extLst>
          </p:cNvPr>
          <p:cNvSpPr/>
          <p:nvPr/>
        </p:nvSpPr>
        <p:spPr>
          <a:xfrm>
            <a:off x="1907704" y="2787774"/>
            <a:ext cx="4824536" cy="14280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7149766" cy="2031325"/>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chemeClr val="bg1"/>
                </a:solidFill>
              </a:rPr>
              <a:t>Drones :</a:t>
            </a:r>
          </a:p>
          <a:p>
            <a:pPr marL="742950" lvl="1" indent="-285750">
              <a:buFont typeface="Arial" panose="020B0604020202020204" pitchFamily="34" charset="0"/>
              <a:buChar char="•"/>
            </a:pPr>
            <a:r>
              <a:rPr lang="fr-FR" dirty="0">
                <a:solidFill>
                  <a:schemeClr val="bg1"/>
                </a:solidFill>
              </a:rPr>
              <a:t>UUV tier-1 (navigation hybridée et base acoustique )</a:t>
            </a:r>
          </a:p>
          <a:p>
            <a:pPr marL="742950" lvl="1" indent="-285750">
              <a:buFont typeface="Arial" panose="020B0604020202020204" pitchFamily="34" charset="0"/>
              <a:buChar char="•"/>
            </a:pPr>
            <a:r>
              <a:rPr lang="fr-FR" dirty="0">
                <a:solidFill>
                  <a:schemeClr val="bg1"/>
                </a:solidFill>
              </a:rPr>
              <a:t>UUV tier-3 (navigation </a:t>
            </a:r>
            <a:r>
              <a:rPr lang="fr-FR" dirty="0" err="1">
                <a:solidFill>
                  <a:schemeClr val="bg1"/>
                </a:solidFill>
              </a:rPr>
              <a:t>odométrique</a:t>
            </a:r>
            <a:r>
              <a:rPr lang="fr-FR" dirty="0">
                <a:solidFill>
                  <a:schemeClr val="bg1"/>
                </a:solidFill>
              </a:rPr>
              <a:t> )</a:t>
            </a:r>
          </a:p>
          <a:p>
            <a:pPr marL="742950" lvl="1" indent="-285750">
              <a:buFont typeface="Arial" panose="020B0604020202020204" pitchFamily="34" charset="0"/>
              <a:buChar char="•"/>
            </a:pPr>
            <a:r>
              <a:rPr lang="fr-FR" dirty="0">
                <a:solidFill>
                  <a:schemeClr val="bg1"/>
                </a:solidFill>
              </a:rPr>
              <a:t>UUV tier-2 (navigation </a:t>
            </a:r>
            <a:r>
              <a:rPr lang="fr-FR" dirty="0" err="1">
                <a:solidFill>
                  <a:schemeClr val="bg1"/>
                </a:solidFill>
              </a:rPr>
              <a:t>odométrique</a:t>
            </a:r>
            <a:r>
              <a:rPr lang="fr-FR" dirty="0">
                <a:solidFill>
                  <a:schemeClr val="bg1"/>
                </a:solidFill>
              </a:rPr>
              <a:t> et base acoustique)</a:t>
            </a:r>
          </a:p>
          <a:p>
            <a:pPr marL="742950" lvl="1" indent="-285750">
              <a:buFont typeface="Arial" panose="020B0604020202020204" pitchFamily="34" charset="0"/>
              <a:buChar char="•"/>
            </a:pPr>
            <a:r>
              <a:rPr lang="fr-FR" dirty="0">
                <a:solidFill>
                  <a:schemeClr val="bg1"/>
                </a:solidFill>
              </a:rPr>
              <a:t>UAV</a:t>
            </a:r>
          </a:p>
          <a:p>
            <a:pPr marL="285750" indent="-285750">
              <a:buFont typeface="Arial" panose="020B0604020202020204" pitchFamily="34" charset="0"/>
              <a:buChar char="•"/>
            </a:pPr>
            <a:r>
              <a:rPr lang="fr-FR" dirty="0">
                <a:solidFill>
                  <a:schemeClr val="bg1"/>
                </a:solidFill>
              </a:rPr>
              <a:t>Balises</a:t>
            </a:r>
          </a:p>
          <a:p>
            <a:r>
              <a:rPr lang="fr-FR" dirty="0">
                <a:solidFill>
                  <a:schemeClr val="bg1"/>
                </a:solidFill>
              </a:rPr>
              <a:t> </a:t>
            </a:r>
          </a:p>
        </p:txBody>
      </p:sp>
      <p:sp>
        <p:nvSpPr>
          <p:cNvPr id="31" name="Rectangle : coins arrondis 30">
            <a:extLst>
              <a:ext uri="{FF2B5EF4-FFF2-40B4-BE49-F238E27FC236}">
                <a16:creationId xmlns:a16="http://schemas.microsoft.com/office/drawing/2014/main" id="{C5F171C9-16D9-4AE6-AD09-33E99314ABF9}"/>
              </a:ext>
            </a:extLst>
          </p:cNvPr>
          <p:cNvSpPr/>
          <p:nvPr/>
        </p:nvSpPr>
        <p:spPr>
          <a:xfrm rot="19693001" flipV="1">
            <a:off x="2045338" y="3423580"/>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Triangle isocèle 33">
            <a:extLst>
              <a:ext uri="{FF2B5EF4-FFF2-40B4-BE49-F238E27FC236}">
                <a16:creationId xmlns:a16="http://schemas.microsoft.com/office/drawing/2014/main" id="{C41AC233-5376-4173-8698-CCB5EA7792C2}"/>
              </a:ext>
            </a:extLst>
          </p:cNvPr>
          <p:cNvSpPr/>
          <p:nvPr/>
        </p:nvSpPr>
        <p:spPr>
          <a:xfrm rot="14268662">
            <a:off x="2618104" y="310066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Triangle isocèle 34">
            <a:extLst>
              <a:ext uri="{FF2B5EF4-FFF2-40B4-BE49-F238E27FC236}">
                <a16:creationId xmlns:a16="http://schemas.microsoft.com/office/drawing/2014/main" id="{B034B69B-D0E8-4212-8812-F9ADA4A06648}"/>
              </a:ext>
            </a:extLst>
          </p:cNvPr>
          <p:cNvSpPr/>
          <p:nvPr/>
        </p:nvSpPr>
        <p:spPr>
          <a:xfrm rot="14268662">
            <a:off x="2611229" y="3329717"/>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Triangle isocèle 37">
            <a:extLst>
              <a:ext uri="{FF2B5EF4-FFF2-40B4-BE49-F238E27FC236}">
                <a16:creationId xmlns:a16="http://schemas.microsoft.com/office/drawing/2014/main" id="{9C7871BB-BBC3-460F-BD22-64CCEE1326B5}"/>
              </a:ext>
            </a:extLst>
          </p:cNvPr>
          <p:cNvSpPr/>
          <p:nvPr/>
        </p:nvSpPr>
        <p:spPr>
          <a:xfrm rot="14268662">
            <a:off x="2618103" y="3560285"/>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Triangle isocèle 38">
            <a:extLst>
              <a:ext uri="{FF2B5EF4-FFF2-40B4-BE49-F238E27FC236}">
                <a16:creationId xmlns:a16="http://schemas.microsoft.com/office/drawing/2014/main" id="{433E7754-CA72-4BD2-B359-37F5BC7E0D6F}"/>
              </a:ext>
            </a:extLst>
          </p:cNvPr>
          <p:cNvSpPr/>
          <p:nvPr/>
        </p:nvSpPr>
        <p:spPr>
          <a:xfrm rot="14268662">
            <a:off x="2618103" y="378934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Triangle isocèle 40">
            <a:extLst>
              <a:ext uri="{FF2B5EF4-FFF2-40B4-BE49-F238E27FC236}">
                <a16:creationId xmlns:a16="http://schemas.microsoft.com/office/drawing/2014/main" id="{387AAE02-507C-4C99-87B2-DEC717758CE0}"/>
              </a:ext>
            </a:extLst>
          </p:cNvPr>
          <p:cNvSpPr/>
          <p:nvPr/>
        </p:nvSpPr>
        <p:spPr>
          <a:xfrm rot="14268662">
            <a:off x="2611228" y="2873134"/>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8A2566AB-6A4B-491E-8D50-7F48E05CF4BB}"/>
              </a:ext>
            </a:extLst>
          </p:cNvPr>
          <p:cNvSpPr/>
          <p:nvPr/>
        </p:nvSpPr>
        <p:spPr>
          <a:xfrm>
            <a:off x="3152099" y="3449360"/>
            <a:ext cx="278606" cy="57150"/>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4" name="Rectangle 43">
            <a:extLst>
              <a:ext uri="{FF2B5EF4-FFF2-40B4-BE49-F238E27FC236}">
                <a16:creationId xmlns:a16="http://schemas.microsoft.com/office/drawing/2014/main" id="{B30342E0-B366-474A-B02E-446CA53BCBAF}"/>
              </a:ext>
            </a:extLst>
          </p:cNvPr>
          <p:cNvSpPr/>
          <p:nvPr/>
        </p:nvSpPr>
        <p:spPr>
          <a:xfrm>
            <a:off x="3110427" y="3383876"/>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6" name="Rectangle 45">
            <a:extLst>
              <a:ext uri="{FF2B5EF4-FFF2-40B4-BE49-F238E27FC236}">
                <a16:creationId xmlns:a16="http://schemas.microsoft.com/office/drawing/2014/main" id="{D64B7C58-175D-4238-8B14-F4FB627078F8}"/>
              </a:ext>
            </a:extLst>
          </p:cNvPr>
          <p:cNvSpPr/>
          <p:nvPr/>
        </p:nvSpPr>
        <p:spPr>
          <a:xfrm>
            <a:off x="3394987" y="3383876"/>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1" name="Connecteur droit 50">
            <a:extLst>
              <a:ext uri="{FF2B5EF4-FFF2-40B4-BE49-F238E27FC236}">
                <a16:creationId xmlns:a16="http://schemas.microsoft.com/office/drawing/2014/main" id="{DF1EEB5A-A1BA-4C0E-854D-382737FCC233}"/>
              </a:ext>
            </a:extLst>
          </p:cNvPr>
          <p:cNvCxnSpPr>
            <a:stCxn id="46" idx="2"/>
          </p:cNvCxnSpPr>
          <p:nvPr/>
        </p:nvCxnSpPr>
        <p:spPr>
          <a:xfrm>
            <a:off x="3420586" y="3506511"/>
            <a:ext cx="25598" cy="92869"/>
          </a:xfrm>
          <a:prstGeom prst="line">
            <a:avLst/>
          </a:prstGeom>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BB50FAB1-DA85-4734-9515-86E4498211A5}"/>
              </a:ext>
            </a:extLst>
          </p:cNvPr>
          <p:cNvCxnSpPr>
            <a:cxnSpLocks/>
          </p:cNvCxnSpPr>
          <p:nvPr/>
        </p:nvCxnSpPr>
        <p:spPr>
          <a:xfrm flipH="1">
            <a:off x="3113702" y="3506510"/>
            <a:ext cx="25598" cy="92869"/>
          </a:xfrm>
          <a:prstGeom prst="line">
            <a:avLst/>
          </a:prstGeom>
        </p:spPr>
        <p:style>
          <a:lnRef idx="1">
            <a:schemeClr val="dk1"/>
          </a:lnRef>
          <a:fillRef idx="0">
            <a:schemeClr val="dk1"/>
          </a:fillRef>
          <a:effectRef idx="0">
            <a:schemeClr val="dk1"/>
          </a:effectRef>
          <a:fontRef idx="minor">
            <a:schemeClr val="tx1"/>
          </a:fontRef>
        </p:style>
      </p:cxnSp>
      <p:sp>
        <p:nvSpPr>
          <p:cNvPr id="54" name="Corde 53">
            <a:extLst>
              <a:ext uri="{FF2B5EF4-FFF2-40B4-BE49-F238E27FC236}">
                <a16:creationId xmlns:a16="http://schemas.microsoft.com/office/drawing/2014/main" id="{537B1578-25ED-4BAC-B8C7-7D65D39DACAA}"/>
              </a:ext>
            </a:extLst>
          </p:cNvPr>
          <p:cNvSpPr/>
          <p:nvPr/>
        </p:nvSpPr>
        <p:spPr>
          <a:xfrm rot="6685707">
            <a:off x="3104671" y="3328045"/>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5" name="Corde 54">
            <a:extLst>
              <a:ext uri="{FF2B5EF4-FFF2-40B4-BE49-F238E27FC236}">
                <a16:creationId xmlns:a16="http://schemas.microsoft.com/office/drawing/2014/main" id="{7ACBB489-A813-4765-9DF3-D7442D144310}"/>
              </a:ext>
            </a:extLst>
          </p:cNvPr>
          <p:cNvSpPr/>
          <p:nvPr/>
        </p:nvSpPr>
        <p:spPr>
          <a:xfrm rot="6685707">
            <a:off x="3389231" y="3324718"/>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6" name="Triangle isocèle 55">
            <a:extLst>
              <a:ext uri="{FF2B5EF4-FFF2-40B4-BE49-F238E27FC236}">
                <a16:creationId xmlns:a16="http://schemas.microsoft.com/office/drawing/2014/main" id="{476D5837-923D-4E89-802A-B972A149F1A5}"/>
              </a:ext>
            </a:extLst>
          </p:cNvPr>
          <p:cNvSpPr/>
          <p:nvPr/>
        </p:nvSpPr>
        <p:spPr>
          <a:xfrm>
            <a:off x="3018997" y="3328825"/>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7" name="Triangle isocèle 56">
            <a:extLst>
              <a:ext uri="{FF2B5EF4-FFF2-40B4-BE49-F238E27FC236}">
                <a16:creationId xmlns:a16="http://schemas.microsoft.com/office/drawing/2014/main" id="{CA827077-C3E3-4B9B-854B-E07376BE5E57}"/>
              </a:ext>
            </a:extLst>
          </p:cNvPr>
          <p:cNvSpPr/>
          <p:nvPr/>
        </p:nvSpPr>
        <p:spPr>
          <a:xfrm>
            <a:off x="3173232" y="3328825"/>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8" name="Triangle isocèle 57">
            <a:extLst>
              <a:ext uri="{FF2B5EF4-FFF2-40B4-BE49-F238E27FC236}">
                <a16:creationId xmlns:a16="http://schemas.microsoft.com/office/drawing/2014/main" id="{D2C27C35-0EA5-44E9-8B8A-C60B8DD8C5FE}"/>
              </a:ext>
            </a:extLst>
          </p:cNvPr>
          <p:cNvSpPr/>
          <p:nvPr/>
        </p:nvSpPr>
        <p:spPr>
          <a:xfrm>
            <a:off x="3301702" y="3327089"/>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9" name="Triangle isocèle 58">
            <a:extLst>
              <a:ext uri="{FF2B5EF4-FFF2-40B4-BE49-F238E27FC236}">
                <a16:creationId xmlns:a16="http://schemas.microsoft.com/office/drawing/2014/main" id="{9FB0D6D5-F7F4-4C11-9908-E675A78485B0}"/>
              </a:ext>
            </a:extLst>
          </p:cNvPr>
          <p:cNvSpPr/>
          <p:nvPr/>
        </p:nvSpPr>
        <p:spPr>
          <a:xfrm>
            <a:off x="3461106" y="3323484"/>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0" name="Ellipse 59">
            <a:extLst>
              <a:ext uri="{FF2B5EF4-FFF2-40B4-BE49-F238E27FC236}">
                <a16:creationId xmlns:a16="http://schemas.microsoft.com/office/drawing/2014/main" id="{20292C0B-3C71-430B-865B-033391D221A8}"/>
              </a:ext>
            </a:extLst>
          </p:cNvPr>
          <p:cNvSpPr/>
          <p:nvPr/>
        </p:nvSpPr>
        <p:spPr>
          <a:xfrm>
            <a:off x="3185834" y="3395663"/>
            <a:ext cx="193675" cy="1936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1" name="Ellipse 60">
            <a:extLst>
              <a:ext uri="{FF2B5EF4-FFF2-40B4-BE49-F238E27FC236}">
                <a16:creationId xmlns:a16="http://schemas.microsoft.com/office/drawing/2014/main" id="{E9365AF6-0594-4D99-9AF0-3F0C621CCE4D}"/>
              </a:ext>
            </a:extLst>
          </p:cNvPr>
          <p:cNvSpPr/>
          <p:nvPr/>
        </p:nvSpPr>
        <p:spPr>
          <a:xfrm>
            <a:off x="3222614" y="3431976"/>
            <a:ext cx="114698" cy="121047"/>
          </a:xfrm>
          <a:prstGeom prst="ellipse">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 name="ZoneTexte 6">
            <a:extLst>
              <a:ext uri="{FF2B5EF4-FFF2-40B4-BE49-F238E27FC236}">
                <a16:creationId xmlns:a16="http://schemas.microsoft.com/office/drawing/2014/main" id="{4DE8F482-1855-4F41-9A56-9A1636D0908F}"/>
              </a:ext>
            </a:extLst>
          </p:cNvPr>
          <p:cNvSpPr txBox="1"/>
          <p:nvPr/>
        </p:nvSpPr>
        <p:spPr>
          <a:xfrm>
            <a:off x="2303380" y="3278644"/>
            <a:ext cx="300082" cy="369332"/>
          </a:xfrm>
          <a:prstGeom prst="rect">
            <a:avLst/>
          </a:prstGeom>
          <a:noFill/>
        </p:spPr>
        <p:txBody>
          <a:bodyPr wrap="none" rtlCol="0">
            <a:spAutoFit/>
          </a:bodyPr>
          <a:lstStyle/>
          <a:p>
            <a:r>
              <a:rPr lang="fr-FR" dirty="0"/>
              <a:t>+</a:t>
            </a:r>
          </a:p>
        </p:txBody>
      </p:sp>
      <p:sp>
        <p:nvSpPr>
          <p:cNvPr id="63" name="ZoneTexte 62">
            <a:extLst>
              <a:ext uri="{FF2B5EF4-FFF2-40B4-BE49-F238E27FC236}">
                <a16:creationId xmlns:a16="http://schemas.microsoft.com/office/drawing/2014/main" id="{E24239F6-06EE-4190-B01C-51A18ADADD95}"/>
              </a:ext>
            </a:extLst>
          </p:cNvPr>
          <p:cNvSpPr txBox="1"/>
          <p:nvPr/>
        </p:nvSpPr>
        <p:spPr>
          <a:xfrm>
            <a:off x="2783091" y="3278644"/>
            <a:ext cx="300082" cy="369332"/>
          </a:xfrm>
          <a:prstGeom prst="rect">
            <a:avLst/>
          </a:prstGeom>
          <a:noFill/>
        </p:spPr>
        <p:txBody>
          <a:bodyPr wrap="none" rtlCol="0">
            <a:spAutoFit/>
          </a:bodyPr>
          <a:lstStyle/>
          <a:p>
            <a:r>
              <a:rPr lang="fr-FR" dirty="0"/>
              <a:t>+</a:t>
            </a:r>
          </a:p>
        </p:txBody>
      </p:sp>
      <p:sp>
        <p:nvSpPr>
          <p:cNvPr id="64" name="Ellipse 63">
            <a:extLst>
              <a:ext uri="{FF2B5EF4-FFF2-40B4-BE49-F238E27FC236}">
                <a16:creationId xmlns:a16="http://schemas.microsoft.com/office/drawing/2014/main" id="{855C2B3C-945D-45A9-816F-9A2232B90CCF}"/>
              </a:ext>
            </a:extLst>
          </p:cNvPr>
          <p:cNvSpPr/>
          <p:nvPr/>
        </p:nvSpPr>
        <p:spPr>
          <a:xfrm>
            <a:off x="3828592" y="352010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5" name="Connecteur droit 64">
            <a:extLst>
              <a:ext uri="{FF2B5EF4-FFF2-40B4-BE49-F238E27FC236}">
                <a16:creationId xmlns:a16="http://schemas.microsoft.com/office/drawing/2014/main" id="{4200DEA0-4B57-46ED-BF5B-E7342CAC05D2}"/>
              </a:ext>
            </a:extLst>
          </p:cNvPr>
          <p:cNvCxnSpPr>
            <a:cxnSpLocks/>
            <a:endCxn id="64" idx="0"/>
          </p:cNvCxnSpPr>
          <p:nvPr/>
        </p:nvCxnSpPr>
        <p:spPr>
          <a:xfrm>
            <a:off x="3866692" y="331038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66" name="Triangle isocèle 65">
            <a:extLst>
              <a:ext uri="{FF2B5EF4-FFF2-40B4-BE49-F238E27FC236}">
                <a16:creationId xmlns:a16="http://schemas.microsoft.com/office/drawing/2014/main" id="{CE9C5578-D79F-432D-9365-527CDDA27F12}"/>
              </a:ext>
            </a:extLst>
          </p:cNvPr>
          <p:cNvSpPr/>
          <p:nvPr/>
        </p:nvSpPr>
        <p:spPr>
          <a:xfrm rot="5400000">
            <a:off x="3885741" y="3295857"/>
            <a:ext cx="76196" cy="108493"/>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7" name="Ellipse 66">
            <a:extLst>
              <a:ext uri="{FF2B5EF4-FFF2-40B4-BE49-F238E27FC236}">
                <a16:creationId xmlns:a16="http://schemas.microsoft.com/office/drawing/2014/main" id="{5C9D834D-7C44-4AA9-AF5C-470B00ECDD5F}"/>
              </a:ext>
            </a:extLst>
          </p:cNvPr>
          <p:cNvSpPr/>
          <p:nvPr/>
        </p:nvSpPr>
        <p:spPr>
          <a:xfrm>
            <a:off x="4050983" y="3501802"/>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8" name="Connecteur droit 67">
            <a:extLst>
              <a:ext uri="{FF2B5EF4-FFF2-40B4-BE49-F238E27FC236}">
                <a16:creationId xmlns:a16="http://schemas.microsoft.com/office/drawing/2014/main" id="{BC66D2DE-9EEC-4C63-8F5B-CD9D2536BAFF}"/>
              </a:ext>
            </a:extLst>
          </p:cNvPr>
          <p:cNvCxnSpPr>
            <a:cxnSpLocks/>
          </p:cNvCxnSpPr>
          <p:nvPr/>
        </p:nvCxnSpPr>
        <p:spPr>
          <a:xfrm>
            <a:off x="3993833" y="3576512"/>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9" name="Ellipse 8">
            <a:extLst>
              <a:ext uri="{FF2B5EF4-FFF2-40B4-BE49-F238E27FC236}">
                <a16:creationId xmlns:a16="http://schemas.microsoft.com/office/drawing/2014/main" id="{C6952CAE-61EC-46FD-A7DB-B613EBE1DA15}"/>
              </a:ext>
            </a:extLst>
          </p:cNvPr>
          <p:cNvSpPr/>
          <p:nvPr/>
        </p:nvSpPr>
        <p:spPr>
          <a:xfrm>
            <a:off x="3679187" y="3198394"/>
            <a:ext cx="550466" cy="5752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ZoneTexte 68">
            <a:extLst>
              <a:ext uri="{FF2B5EF4-FFF2-40B4-BE49-F238E27FC236}">
                <a16:creationId xmlns:a16="http://schemas.microsoft.com/office/drawing/2014/main" id="{57DA7956-C10B-4860-9369-270F954976E2}"/>
              </a:ext>
            </a:extLst>
          </p:cNvPr>
          <p:cNvSpPr txBox="1"/>
          <p:nvPr/>
        </p:nvSpPr>
        <p:spPr>
          <a:xfrm>
            <a:off x="3430172" y="3289240"/>
            <a:ext cx="300082" cy="369332"/>
          </a:xfrm>
          <a:prstGeom prst="rect">
            <a:avLst/>
          </a:prstGeom>
          <a:noFill/>
        </p:spPr>
        <p:txBody>
          <a:bodyPr wrap="none" rtlCol="0">
            <a:spAutoFit/>
          </a:bodyPr>
          <a:lstStyle/>
          <a:p>
            <a:r>
              <a:rPr lang="fr-FR" dirty="0"/>
              <a:t>+</a:t>
            </a:r>
          </a:p>
        </p:txBody>
      </p:sp>
      <p:cxnSp>
        <p:nvCxnSpPr>
          <p:cNvPr id="18" name="Connecteur droit 17">
            <a:extLst>
              <a:ext uri="{FF2B5EF4-FFF2-40B4-BE49-F238E27FC236}">
                <a16:creationId xmlns:a16="http://schemas.microsoft.com/office/drawing/2014/main" id="{9276DBC9-1503-4F04-B998-9C97431C6596}"/>
              </a:ext>
            </a:extLst>
          </p:cNvPr>
          <p:cNvCxnSpPr/>
          <p:nvPr/>
        </p:nvCxnSpPr>
        <p:spPr>
          <a:xfrm>
            <a:off x="4572000" y="2958994"/>
            <a:ext cx="0" cy="1002431"/>
          </a:xfrm>
          <a:prstGeom prst="line">
            <a:avLst/>
          </a:prstGeom>
          <a:ln w="28575">
            <a:solidFill>
              <a:schemeClr val="tx1"/>
            </a:solidFill>
            <a:headEnd type="none" w="med" len="med"/>
            <a:tailEnd type="none" w="med" len="med"/>
          </a:ln>
          <a:effectLst/>
        </p:spPr>
        <p:style>
          <a:lnRef idx="3">
            <a:schemeClr val="accent3"/>
          </a:lnRef>
          <a:fillRef idx="0">
            <a:schemeClr val="accent3"/>
          </a:fillRef>
          <a:effectRef idx="2">
            <a:schemeClr val="accent3"/>
          </a:effectRef>
          <a:fontRef idx="minor">
            <a:schemeClr val="tx1"/>
          </a:fontRef>
        </p:style>
      </p:cxnSp>
      <p:sp>
        <p:nvSpPr>
          <p:cNvPr id="71" name="Triangle isocèle 70">
            <a:extLst>
              <a:ext uri="{FF2B5EF4-FFF2-40B4-BE49-F238E27FC236}">
                <a16:creationId xmlns:a16="http://schemas.microsoft.com/office/drawing/2014/main" id="{C034582B-68CB-4FEE-89F6-DE625BAFFB87}"/>
              </a:ext>
            </a:extLst>
          </p:cNvPr>
          <p:cNvSpPr/>
          <p:nvPr/>
        </p:nvSpPr>
        <p:spPr>
          <a:xfrm rot="14268662">
            <a:off x="5031401" y="3100663"/>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Triangle isocèle 71">
            <a:extLst>
              <a:ext uri="{FF2B5EF4-FFF2-40B4-BE49-F238E27FC236}">
                <a16:creationId xmlns:a16="http://schemas.microsoft.com/office/drawing/2014/main" id="{243C7D59-E526-45F8-B339-891AE2E00FCE}"/>
              </a:ext>
            </a:extLst>
          </p:cNvPr>
          <p:cNvSpPr/>
          <p:nvPr/>
        </p:nvSpPr>
        <p:spPr>
          <a:xfrm rot="14268662">
            <a:off x="5024526" y="3329718"/>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Triangle isocèle 72">
            <a:extLst>
              <a:ext uri="{FF2B5EF4-FFF2-40B4-BE49-F238E27FC236}">
                <a16:creationId xmlns:a16="http://schemas.microsoft.com/office/drawing/2014/main" id="{941ABA3C-1F20-4162-AAE3-F996ACC1D475}"/>
              </a:ext>
            </a:extLst>
          </p:cNvPr>
          <p:cNvSpPr/>
          <p:nvPr/>
        </p:nvSpPr>
        <p:spPr>
          <a:xfrm rot="14268662">
            <a:off x="5031400" y="3560286"/>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Triangle isocèle 73">
            <a:extLst>
              <a:ext uri="{FF2B5EF4-FFF2-40B4-BE49-F238E27FC236}">
                <a16:creationId xmlns:a16="http://schemas.microsoft.com/office/drawing/2014/main" id="{52E605EA-528D-4226-9D2C-1DAEF67CF009}"/>
              </a:ext>
            </a:extLst>
          </p:cNvPr>
          <p:cNvSpPr/>
          <p:nvPr/>
        </p:nvSpPr>
        <p:spPr>
          <a:xfrm rot="14268662">
            <a:off x="5031400" y="3789341"/>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Triangle isocèle 74">
            <a:extLst>
              <a:ext uri="{FF2B5EF4-FFF2-40B4-BE49-F238E27FC236}">
                <a16:creationId xmlns:a16="http://schemas.microsoft.com/office/drawing/2014/main" id="{2E64F59F-DA8E-4D9C-80DF-63F9E93D9692}"/>
              </a:ext>
            </a:extLst>
          </p:cNvPr>
          <p:cNvSpPr/>
          <p:nvPr/>
        </p:nvSpPr>
        <p:spPr>
          <a:xfrm rot="14268662">
            <a:off x="5024525" y="2873135"/>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D9856A72-9AC8-4298-A92D-915261973FA6}"/>
              </a:ext>
            </a:extLst>
          </p:cNvPr>
          <p:cNvSpPr/>
          <p:nvPr/>
        </p:nvSpPr>
        <p:spPr>
          <a:xfrm>
            <a:off x="5565396" y="3449361"/>
            <a:ext cx="278606" cy="57150"/>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7" name="Rectangle 76">
            <a:extLst>
              <a:ext uri="{FF2B5EF4-FFF2-40B4-BE49-F238E27FC236}">
                <a16:creationId xmlns:a16="http://schemas.microsoft.com/office/drawing/2014/main" id="{962BE633-BD93-4805-B23A-4D026A5B830C}"/>
              </a:ext>
            </a:extLst>
          </p:cNvPr>
          <p:cNvSpPr/>
          <p:nvPr/>
        </p:nvSpPr>
        <p:spPr>
          <a:xfrm>
            <a:off x="5523724" y="338387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8" name="Rectangle 77">
            <a:extLst>
              <a:ext uri="{FF2B5EF4-FFF2-40B4-BE49-F238E27FC236}">
                <a16:creationId xmlns:a16="http://schemas.microsoft.com/office/drawing/2014/main" id="{5A88B7F7-51FD-43A8-AE0C-135D21B71FFE}"/>
              </a:ext>
            </a:extLst>
          </p:cNvPr>
          <p:cNvSpPr/>
          <p:nvPr/>
        </p:nvSpPr>
        <p:spPr>
          <a:xfrm>
            <a:off x="5808284" y="338387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79" name="Connecteur droit 78">
            <a:extLst>
              <a:ext uri="{FF2B5EF4-FFF2-40B4-BE49-F238E27FC236}">
                <a16:creationId xmlns:a16="http://schemas.microsoft.com/office/drawing/2014/main" id="{06D30CF2-CC56-424C-8B16-B9CFA4AA5CC9}"/>
              </a:ext>
            </a:extLst>
          </p:cNvPr>
          <p:cNvCxnSpPr>
            <a:stCxn id="78" idx="2"/>
          </p:cNvCxnSpPr>
          <p:nvPr/>
        </p:nvCxnSpPr>
        <p:spPr>
          <a:xfrm>
            <a:off x="5833883" y="3506512"/>
            <a:ext cx="25598" cy="92869"/>
          </a:xfrm>
          <a:prstGeom prst="line">
            <a:avLst/>
          </a:prstGeom>
        </p:spPr>
        <p:style>
          <a:lnRef idx="1">
            <a:schemeClr val="dk1"/>
          </a:lnRef>
          <a:fillRef idx="0">
            <a:schemeClr val="dk1"/>
          </a:fillRef>
          <a:effectRef idx="0">
            <a:schemeClr val="dk1"/>
          </a:effectRef>
          <a:fontRef idx="minor">
            <a:schemeClr val="tx1"/>
          </a:fontRef>
        </p:style>
      </p:cxnSp>
      <p:cxnSp>
        <p:nvCxnSpPr>
          <p:cNvPr id="80" name="Connecteur droit 79">
            <a:extLst>
              <a:ext uri="{FF2B5EF4-FFF2-40B4-BE49-F238E27FC236}">
                <a16:creationId xmlns:a16="http://schemas.microsoft.com/office/drawing/2014/main" id="{EC35B43B-8CC3-4A7A-8D8D-6624D0830631}"/>
              </a:ext>
            </a:extLst>
          </p:cNvPr>
          <p:cNvCxnSpPr>
            <a:cxnSpLocks/>
          </p:cNvCxnSpPr>
          <p:nvPr/>
        </p:nvCxnSpPr>
        <p:spPr>
          <a:xfrm flipH="1">
            <a:off x="5526999" y="3506511"/>
            <a:ext cx="25598" cy="92869"/>
          </a:xfrm>
          <a:prstGeom prst="line">
            <a:avLst/>
          </a:prstGeom>
        </p:spPr>
        <p:style>
          <a:lnRef idx="1">
            <a:schemeClr val="dk1"/>
          </a:lnRef>
          <a:fillRef idx="0">
            <a:schemeClr val="dk1"/>
          </a:fillRef>
          <a:effectRef idx="0">
            <a:schemeClr val="dk1"/>
          </a:effectRef>
          <a:fontRef idx="minor">
            <a:schemeClr val="tx1"/>
          </a:fontRef>
        </p:style>
      </p:cxnSp>
      <p:sp>
        <p:nvSpPr>
          <p:cNvPr id="81" name="Corde 80">
            <a:extLst>
              <a:ext uri="{FF2B5EF4-FFF2-40B4-BE49-F238E27FC236}">
                <a16:creationId xmlns:a16="http://schemas.microsoft.com/office/drawing/2014/main" id="{72B86D74-10D0-4E2E-BD45-BB7E53703484}"/>
              </a:ext>
            </a:extLst>
          </p:cNvPr>
          <p:cNvSpPr/>
          <p:nvPr/>
        </p:nvSpPr>
        <p:spPr>
          <a:xfrm rot="6685707">
            <a:off x="5517968" y="3328046"/>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2" name="Corde 81">
            <a:extLst>
              <a:ext uri="{FF2B5EF4-FFF2-40B4-BE49-F238E27FC236}">
                <a16:creationId xmlns:a16="http://schemas.microsoft.com/office/drawing/2014/main" id="{B0BFE6F2-36FD-4CA5-A624-2C03588EA61C}"/>
              </a:ext>
            </a:extLst>
          </p:cNvPr>
          <p:cNvSpPr/>
          <p:nvPr/>
        </p:nvSpPr>
        <p:spPr>
          <a:xfrm rot="6685707">
            <a:off x="5802528" y="3324719"/>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3" name="Triangle isocèle 82">
            <a:extLst>
              <a:ext uri="{FF2B5EF4-FFF2-40B4-BE49-F238E27FC236}">
                <a16:creationId xmlns:a16="http://schemas.microsoft.com/office/drawing/2014/main" id="{887A912C-3860-4040-BF11-2406DCB6A5DF}"/>
              </a:ext>
            </a:extLst>
          </p:cNvPr>
          <p:cNvSpPr/>
          <p:nvPr/>
        </p:nvSpPr>
        <p:spPr>
          <a:xfrm>
            <a:off x="5432294" y="332882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4" name="Triangle isocèle 83">
            <a:extLst>
              <a:ext uri="{FF2B5EF4-FFF2-40B4-BE49-F238E27FC236}">
                <a16:creationId xmlns:a16="http://schemas.microsoft.com/office/drawing/2014/main" id="{E262A709-4E64-4F2F-977D-275A3E251019}"/>
              </a:ext>
            </a:extLst>
          </p:cNvPr>
          <p:cNvSpPr/>
          <p:nvPr/>
        </p:nvSpPr>
        <p:spPr>
          <a:xfrm>
            <a:off x="5586529" y="332882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5" name="Triangle isocèle 84">
            <a:extLst>
              <a:ext uri="{FF2B5EF4-FFF2-40B4-BE49-F238E27FC236}">
                <a16:creationId xmlns:a16="http://schemas.microsoft.com/office/drawing/2014/main" id="{22FC2919-BB5B-408B-81FF-C779522DCB76}"/>
              </a:ext>
            </a:extLst>
          </p:cNvPr>
          <p:cNvSpPr/>
          <p:nvPr/>
        </p:nvSpPr>
        <p:spPr>
          <a:xfrm>
            <a:off x="5714999" y="3327090"/>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6" name="Triangle isocèle 85">
            <a:extLst>
              <a:ext uri="{FF2B5EF4-FFF2-40B4-BE49-F238E27FC236}">
                <a16:creationId xmlns:a16="http://schemas.microsoft.com/office/drawing/2014/main" id="{A4884396-8A61-4D44-80ED-5BD0CDC5E17E}"/>
              </a:ext>
            </a:extLst>
          </p:cNvPr>
          <p:cNvSpPr/>
          <p:nvPr/>
        </p:nvSpPr>
        <p:spPr>
          <a:xfrm>
            <a:off x="5874403" y="3323485"/>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7" name="Ellipse 86">
            <a:extLst>
              <a:ext uri="{FF2B5EF4-FFF2-40B4-BE49-F238E27FC236}">
                <a16:creationId xmlns:a16="http://schemas.microsoft.com/office/drawing/2014/main" id="{1BAD037D-F7A6-4868-8C89-AA223F2317C5}"/>
              </a:ext>
            </a:extLst>
          </p:cNvPr>
          <p:cNvSpPr/>
          <p:nvPr/>
        </p:nvSpPr>
        <p:spPr>
          <a:xfrm>
            <a:off x="5599131" y="3395664"/>
            <a:ext cx="193675" cy="1936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8" name="Ellipse 87">
            <a:extLst>
              <a:ext uri="{FF2B5EF4-FFF2-40B4-BE49-F238E27FC236}">
                <a16:creationId xmlns:a16="http://schemas.microsoft.com/office/drawing/2014/main" id="{AE0227AB-6415-4DA6-9CFB-3A1B44179692}"/>
              </a:ext>
            </a:extLst>
          </p:cNvPr>
          <p:cNvSpPr/>
          <p:nvPr/>
        </p:nvSpPr>
        <p:spPr>
          <a:xfrm>
            <a:off x="5635911" y="3431977"/>
            <a:ext cx="114698" cy="121047"/>
          </a:xfrm>
          <a:prstGeom prst="ellipse">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90" name="ZoneTexte 89">
            <a:extLst>
              <a:ext uri="{FF2B5EF4-FFF2-40B4-BE49-F238E27FC236}">
                <a16:creationId xmlns:a16="http://schemas.microsoft.com/office/drawing/2014/main" id="{A8C4915B-25D5-4482-A0AD-06ACF4444FD7}"/>
              </a:ext>
            </a:extLst>
          </p:cNvPr>
          <p:cNvSpPr txBox="1"/>
          <p:nvPr/>
        </p:nvSpPr>
        <p:spPr>
          <a:xfrm>
            <a:off x="5196388" y="3278645"/>
            <a:ext cx="300082" cy="369332"/>
          </a:xfrm>
          <a:prstGeom prst="rect">
            <a:avLst/>
          </a:prstGeom>
          <a:noFill/>
        </p:spPr>
        <p:txBody>
          <a:bodyPr wrap="none" rtlCol="0">
            <a:spAutoFit/>
          </a:bodyPr>
          <a:lstStyle/>
          <a:p>
            <a:r>
              <a:rPr lang="fr-FR" dirty="0"/>
              <a:t>+</a:t>
            </a:r>
          </a:p>
        </p:txBody>
      </p:sp>
      <p:sp>
        <p:nvSpPr>
          <p:cNvPr id="91" name="Ellipse 90">
            <a:extLst>
              <a:ext uri="{FF2B5EF4-FFF2-40B4-BE49-F238E27FC236}">
                <a16:creationId xmlns:a16="http://schemas.microsoft.com/office/drawing/2014/main" id="{7CB345FA-23F8-4F69-BF6D-89A4E8087ACE}"/>
              </a:ext>
            </a:extLst>
          </p:cNvPr>
          <p:cNvSpPr/>
          <p:nvPr/>
        </p:nvSpPr>
        <p:spPr>
          <a:xfrm>
            <a:off x="6241889" y="3520110"/>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92" name="Connecteur droit 91">
            <a:extLst>
              <a:ext uri="{FF2B5EF4-FFF2-40B4-BE49-F238E27FC236}">
                <a16:creationId xmlns:a16="http://schemas.microsoft.com/office/drawing/2014/main" id="{4D1D1963-6277-49A8-8D3B-473732F90B45}"/>
              </a:ext>
            </a:extLst>
          </p:cNvPr>
          <p:cNvCxnSpPr>
            <a:cxnSpLocks/>
            <a:endCxn id="91" idx="0"/>
          </p:cNvCxnSpPr>
          <p:nvPr/>
        </p:nvCxnSpPr>
        <p:spPr>
          <a:xfrm>
            <a:off x="6279989" y="331038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94" name="Triangle isocèle 93">
            <a:extLst>
              <a:ext uri="{FF2B5EF4-FFF2-40B4-BE49-F238E27FC236}">
                <a16:creationId xmlns:a16="http://schemas.microsoft.com/office/drawing/2014/main" id="{D8F9A7F8-DAA7-48FC-9021-214B79483B91}"/>
              </a:ext>
            </a:extLst>
          </p:cNvPr>
          <p:cNvSpPr/>
          <p:nvPr/>
        </p:nvSpPr>
        <p:spPr>
          <a:xfrm rot="5400000">
            <a:off x="6299038" y="3295858"/>
            <a:ext cx="76196" cy="108493"/>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95" name="Ellipse 94">
            <a:extLst>
              <a:ext uri="{FF2B5EF4-FFF2-40B4-BE49-F238E27FC236}">
                <a16:creationId xmlns:a16="http://schemas.microsoft.com/office/drawing/2014/main" id="{FA68F7E8-B3BA-4512-B5C3-F8B50387E29F}"/>
              </a:ext>
            </a:extLst>
          </p:cNvPr>
          <p:cNvSpPr/>
          <p:nvPr/>
        </p:nvSpPr>
        <p:spPr>
          <a:xfrm>
            <a:off x="6464280" y="3501803"/>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96" name="Connecteur droit 95">
            <a:extLst>
              <a:ext uri="{FF2B5EF4-FFF2-40B4-BE49-F238E27FC236}">
                <a16:creationId xmlns:a16="http://schemas.microsoft.com/office/drawing/2014/main" id="{74D91F05-F414-4FD9-BF5B-1737C7291553}"/>
              </a:ext>
            </a:extLst>
          </p:cNvPr>
          <p:cNvCxnSpPr>
            <a:cxnSpLocks/>
          </p:cNvCxnSpPr>
          <p:nvPr/>
        </p:nvCxnSpPr>
        <p:spPr>
          <a:xfrm>
            <a:off x="6407130" y="3576513"/>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97" name="Ellipse 96">
            <a:extLst>
              <a:ext uri="{FF2B5EF4-FFF2-40B4-BE49-F238E27FC236}">
                <a16:creationId xmlns:a16="http://schemas.microsoft.com/office/drawing/2014/main" id="{1838FF37-C319-4BBB-A1AD-67140FB6D9D3}"/>
              </a:ext>
            </a:extLst>
          </p:cNvPr>
          <p:cNvSpPr/>
          <p:nvPr/>
        </p:nvSpPr>
        <p:spPr>
          <a:xfrm>
            <a:off x="6092484" y="3198395"/>
            <a:ext cx="550466" cy="5752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ZoneTexte 97">
            <a:extLst>
              <a:ext uri="{FF2B5EF4-FFF2-40B4-BE49-F238E27FC236}">
                <a16:creationId xmlns:a16="http://schemas.microsoft.com/office/drawing/2014/main" id="{4C344C18-AC70-4850-B470-3A584CCEB304}"/>
              </a:ext>
            </a:extLst>
          </p:cNvPr>
          <p:cNvSpPr txBox="1"/>
          <p:nvPr/>
        </p:nvSpPr>
        <p:spPr>
          <a:xfrm>
            <a:off x="5843469" y="3289241"/>
            <a:ext cx="300082" cy="369332"/>
          </a:xfrm>
          <a:prstGeom prst="rect">
            <a:avLst/>
          </a:prstGeom>
          <a:noFill/>
        </p:spPr>
        <p:txBody>
          <a:bodyPr wrap="none" rtlCol="0">
            <a:spAutoFit/>
          </a:bodyPr>
          <a:lstStyle/>
          <a:p>
            <a:r>
              <a:rPr lang="fr-FR" dirty="0"/>
              <a:t>+</a:t>
            </a:r>
          </a:p>
        </p:txBody>
      </p:sp>
    </p:spTree>
    <p:extLst>
      <p:ext uri="{BB962C8B-B14F-4D97-AF65-F5344CB8AC3E}">
        <p14:creationId xmlns:p14="http://schemas.microsoft.com/office/powerpoint/2010/main" val="159174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mc:AlternateContent xmlns:mc="http://schemas.openxmlformats.org/markup-compatibility/2006">
        <mc:Choice xmlns:a14="http://schemas.microsoft.com/office/drawing/2010/main" Requires="a14">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8589926" cy="4041940"/>
              </a:xfrm>
              <a:prstGeom prst="rect">
                <a:avLst/>
              </a:prstGeom>
              <a:noFill/>
            </p:spPr>
            <p:txBody>
              <a:bodyPr wrap="square" rtlCol="0">
                <a:spAutoFit/>
              </a:bodyPr>
              <a:lstStyle/>
              <a:p>
                <a:pPr marL="285750" indent="-285750">
                  <a:buFont typeface="Arial" panose="020B0604020202020204" pitchFamily="34" charset="0"/>
                  <a:buChar char="•"/>
                </a:pPr>
                <a:r>
                  <a:rPr lang="fr-FR" sz="1400" dirty="0">
                    <a:solidFill>
                      <a:schemeClr val="bg1"/>
                    </a:solidFill>
                  </a:rPr>
                  <a:t>UUV tier-1</a:t>
                </a:r>
              </a:p>
              <a:p>
                <a:pPr marL="742950" lvl="1" indent="-285750">
                  <a:buFont typeface="Arial" panose="020B0604020202020204" pitchFamily="34" charset="0"/>
                  <a:buChar char="•"/>
                </a:pPr>
                <a:r>
                  <a:rPr lang="fr-FR" sz="1400" dirty="0">
                    <a:solidFill>
                      <a:schemeClr val="bg1"/>
                    </a:solidFill>
                  </a:rPr>
                  <a:t>Déplacement :</a:t>
                </a:r>
              </a:p>
              <a:p>
                <a:pPr marL="1200150" lvl="2" indent="-285750">
                  <a:buFont typeface="Arial" panose="020B0604020202020204" pitchFamily="34" charset="0"/>
                  <a:buChar char="•"/>
                </a:pPr>
                <a:r>
                  <a:rPr lang="fr-FR" sz="1400" dirty="0">
                    <a:solidFill>
                      <a:schemeClr val="bg1"/>
                    </a:solidFill>
                  </a:rPr>
                  <a:t>Vitesse : 1 – 15 Nd</a:t>
                </a:r>
              </a:p>
              <a:p>
                <a:pPr marL="1200150" lvl="2" indent="-285750">
                  <a:buFont typeface="Arial" panose="020B0604020202020204" pitchFamily="34" charset="0"/>
                  <a:buChar char="•"/>
                </a:pPr>
                <a14:m>
                  <m:oMath xmlns:m="http://schemas.openxmlformats.org/officeDocument/2006/math">
                    <m:acc>
                      <m:accPr>
                        <m:chr m:val="̇"/>
                        <m:ctrlPr>
                          <a:rPr lang="fr-FR" sz="1400" i="1" dirty="0" smtClean="0">
                            <a:solidFill>
                              <a:schemeClr val="bg1"/>
                            </a:solidFill>
                            <a:latin typeface="Cambria Math" panose="02040503050406030204" pitchFamily="18" charset="0"/>
                          </a:rPr>
                        </m:ctrlPr>
                      </m:accPr>
                      <m:e>
                        <m:r>
                          <a:rPr lang="fr-FR" sz="1400" i="1" dirty="0">
                            <a:solidFill>
                              <a:schemeClr val="bg1"/>
                            </a:solidFill>
                            <a:latin typeface="Cambria Math" panose="02040503050406030204" pitchFamily="18" charset="0"/>
                          </a:rPr>
                          <m:t>𝜓</m:t>
                        </m:r>
                      </m:e>
                    </m:acc>
                  </m:oMath>
                </a14:m>
                <a:r>
                  <a:rPr lang="fr-FR" sz="1400" dirty="0">
                    <a:solidFill>
                      <a:schemeClr val="bg1"/>
                    </a:solidFill>
                  </a:rPr>
                  <a:t> : 2 – 10 </a:t>
                </a:r>
                <a:r>
                  <a:rPr lang="fr-FR" sz="1400" dirty="0" err="1">
                    <a:solidFill>
                      <a:schemeClr val="bg1"/>
                    </a:solidFill>
                  </a:rPr>
                  <a:t>deg</a:t>
                </a:r>
                <a:r>
                  <a:rPr lang="fr-FR" sz="1400" dirty="0">
                    <a:solidFill>
                      <a:schemeClr val="bg1"/>
                    </a:solidFill>
                  </a:rPr>
                  <a:t>/s</a:t>
                </a:r>
              </a:p>
              <a:p>
                <a:pPr marL="1200150" lvl="2" indent="-285750">
                  <a:buFont typeface="Arial" panose="020B0604020202020204" pitchFamily="34" charset="0"/>
                  <a:buChar char="•"/>
                </a:pPr>
                <a:r>
                  <a:rPr lang="fr-FR" sz="1400" dirty="0">
                    <a:solidFill>
                      <a:schemeClr val="bg1"/>
                    </a:solidFill>
                  </a:rPr>
                  <a:t>Accélération : (</a:t>
                </a:r>
                <a:r>
                  <a:rPr lang="fr-FR" sz="1400" dirty="0" err="1">
                    <a:solidFill>
                      <a:schemeClr val="bg1"/>
                    </a:solidFill>
                  </a:rPr>
                  <a:t>Vmin</a:t>
                </a:r>
                <a:r>
                  <a:rPr lang="fr-FR" sz="1400" dirty="0">
                    <a:solidFill>
                      <a:schemeClr val="bg1"/>
                    </a:solidFill>
                  </a:rPr>
                  <a:t>) -1 – 1 m/s²   (Vmax) -0,2 – 0,2 m/s²</a:t>
                </a:r>
              </a:p>
              <a:p>
                <a:pPr marL="1200150" lvl="2" indent="-285750">
                  <a:buFont typeface="Arial" panose="020B0604020202020204" pitchFamily="34" charset="0"/>
                  <a:buChar char="•"/>
                </a:pPr>
                <a:r>
                  <a:rPr lang="fr-FR" sz="1400" dirty="0">
                    <a:solidFill>
                      <a:schemeClr val="bg1"/>
                    </a:solidFill>
                  </a:rPr>
                  <a:t>Immersion : 0 – 300m</a:t>
                </a:r>
              </a:p>
              <a:p>
                <a:pPr marL="742950" lvl="1" indent="-285750">
                  <a:buFont typeface="Arial" panose="020B0604020202020204" pitchFamily="34" charset="0"/>
                  <a:buChar char="•"/>
                </a:pPr>
                <a:r>
                  <a:rPr lang="fr-FR" sz="1400" dirty="0">
                    <a:solidFill>
                      <a:schemeClr val="bg1"/>
                    </a:solidFill>
                  </a:rPr>
                  <a:t>Equipement :</a:t>
                </a:r>
              </a:p>
              <a:p>
                <a:pPr marL="1200150" lvl="2" indent="-285750">
                  <a:buFont typeface="Arial" panose="020B0604020202020204" pitchFamily="34" charset="0"/>
                  <a:buChar char="•"/>
                </a:pPr>
                <a:r>
                  <a:rPr lang="fr-FR" sz="1400" dirty="0">
                    <a:solidFill>
                      <a:schemeClr val="bg1"/>
                    </a:solidFill>
                  </a:rPr>
                  <a:t>Central inertiel : 0,01 </a:t>
                </a:r>
                <a:r>
                  <a:rPr lang="fr-FR" sz="1400" dirty="0" err="1">
                    <a:solidFill>
                      <a:schemeClr val="bg1"/>
                    </a:solidFill>
                  </a:rPr>
                  <a:t>deg</a:t>
                </a:r>
                <a:r>
                  <a:rPr lang="fr-FR" sz="1400" dirty="0">
                    <a:solidFill>
                      <a:schemeClr val="bg1"/>
                    </a:solidFill>
                  </a:rPr>
                  <a:t>/s</a:t>
                </a:r>
              </a:p>
              <a:p>
                <a:pPr marL="1200150" lvl="2" indent="-285750">
                  <a:buFont typeface="Arial" panose="020B0604020202020204" pitchFamily="34" charset="0"/>
                  <a:buChar char="•"/>
                </a:pPr>
                <a:r>
                  <a:rPr lang="fr-FR" sz="1400" dirty="0">
                    <a:solidFill>
                      <a:schemeClr val="bg1"/>
                    </a:solidFill>
                  </a:rPr>
                  <a:t>Odométrie</a:t>
                </a:r>
              </a:p>
              <a:p>
                <a:pPr marL="1200150" lvl="2" indent="-285750">
                  <a:buFont typeface="Arial" panose="020B0604020202020204" pitchFamily="34" charset="0"/>
                  <a:buChar char="•"/>
                </a:pPr>
                <a:r>
                  <a:rPr lang="fr-FR" sz="1400" dirty="0">
                    <a:solidFill>
                      <a:schemeClr val="bg1"/>
                    </a:solidFill>
                  </a:rPr>
                  <a:t>Central inertiel + odométrie (10m/min) soumis au courant</a:t>
                </a:r>
              </a:p>
              <a:p>
                <a:pPr marL="1200150" lvl="2" indent="-285750">
                  <a:buFont typeface="Arial" panose="020B0604020202020204" pitchFamily="34" charset="0"/>
                  <a:buChar char="•"/>
                </a:pPr>
                <a:r>
                  <a:rPr lang="fr-FR" sz="1400" dirty="0">
                    <a:solidFill>
                      <a:schemeClr val="bg1"/>
                    </a:solidFill>
                  </a:rPr>
                  <a:t>Base acoustique :</a:t>
                </a:r>
              </a:p>
              <a:p>
                <a:pPr marL="1657350" lvl="3" indent="-285750">
                  <a:buFont typeface="Arial" panose="020B0604020202020204" pitchFamily="34" charset="0"/>
                  <a:buChar char="•"/>
                </a:pPr>
                <a:r>
                  <a:rPr lang="fr-FR" sz="1400" dirty="0">
                    <a:solidFill>
                      <a:schemeClr val="bg1"/>
                    </a:solidFill>
                  </a:rPr>
                  <a:t>Distance :</a:t>
                </a:r>
              </a:p>
              <a:p>
                <a:pPr marL="2114550" lvl="4" indent="-285750">
                  <a:buFont typeface="Arial" panose="020B0604020202020204" pitchFamily="34" charset="0"/>
                  <a:buChar char="•"/>
                </a:pPr>
                <a:r>
                  <a:rPr lang="fr-FR" sz="1400" dirty="0">
                    <a:solidFill>
                      <a:schemeClr val="bg1"/>
                    </a:solidFill>
                  </a:rPr>
                  <a:t>(Grand fond) 500 – 1000 m (bruit gaussien +/- 10 à 1 sigma)</a:t>
                </a:r>
              </a:p>
              <a:p>
                <a:pPr marL="2114550" lvl="4" indent="-285750">
                  <a:buFont typeface="Arial" panose="020B0604020202020204" pitchFamily="34" charset="0"/>
                  <a:buChar char="•"/>
                </a:pPr>
                <a:r>
                  <a:rPr lang="fr-FR" sz="1400" dirty="0">
                    <a:solidFill>
                      <a:schemeClr val="bg1"/>
                    </a:solidFill>
                  </a:rPr>
                  <a:t>(Grand fond) Azimut 2 </a:t>
                </a:r>
                <a:r>
                  <a:rPr lang="fr-FR" sz="1400" dirty="0" err="1">
                    <a:solidFill>
                      <a:schemeClr val="bg1"/>
                    </a:solidFill>
                  </a:rPr>
                  <a:t>deg</a:t>
                </a:r>
                <a:r>
                  <a:rPr lang="fr-FR" sz="1400" dirty="0">
                    <a:solidFill>
                      <a:schemeClr val="bg1"/>
                    </a:solidFill>
                  </a:rPr>
                  <a:t> à 1 sigma</a:t>
                </a:r>
              </a:p>
              <a:p>
                <a:pPr marL="2114550" lvl="4" indent="-285750">
                  <a:buFont typeface="Arial" panose="020B0604020202020204" pitchFamily="34" charset="0"/>
                  <a:buChar char="•"/>
                </a:pPr>
                <a:r>
                  <a:rPr lang="fr-FR" sz="1400" dirty="0">
                    <a:solidFill>
                      <a:schemeClr val="bg1"/>
                    </a:solidFill>
                  </a:rPr>
                  <a:t>(Petit fond*) &lt; 200 m (bruit gaussien +/- 10 à 1 sigma)</a:t>
                </a:r>
              </a:p>
              <a:p>
                <a:pPr marL="2114550" lvl="4" indent="-285750">
                  <a:buFont typeface="Arial" panose="020B0604020202020204" pitchFamily="34" charset="0"/>
                  <a:buChar char="•"/>
                </a:pPr>
                <a:r>
                  <a:rPr lang="fr-FR" sz="1400" dirty="0">
                    <a:solidFill>
                      <a:schemeClr val="bg1"/>
                    </a:solidFill>
                  </a:rPr>
                  <a:t>(Petit fond*) Azimut 5 </a:t>
                </a:r>
                <a:r>
                  <a:rPr lang="fr-FR" sz="1400" dirty="0" err="1">
                    <a:solidFill>
                      <a:schemeClr val="bg1"/>
                    </a:solidFill>
                  </a:rPr>
                  <a:t>deg</a:t>
                </a:r>
                <a:r>
                  <a:rPr lang="fr-FR" sz="1400" dirty="0">
                    <a:solidFill>
                      <a:schemeClr val="bg1"/>
                    </a:solidFill>
                  </a:rPr>
                  <a:t> à 1 sigma</a:t>
                </a:r>
              </a:p>
              <a:p>
                <a:pPr marL="1200150" lvl="2" indent="-285750">
                  <a:buFont typeface="Arial" panose="020B0604020202020204" pitchFamily="34" charset="0"/>
                  <a:buChar char="•"/>
                </a:pPr>
                <a:r>
                  <a:rPr lang="fr-FR" sz="1400" dirty="0">
                    <a:solidFill>
                      <a:schemeClr val="bg1"/>
                    </a:solidFill>
                  </a:rPr>
                  <a:t>Autonomie : infinie</a:t>
                </a:r>
              </a:p>
              <a:p>
                <a:r>
                  <a:rPr lang="fr-FR" dirty="0">
                    <a:solidFill>
                      <a:schemeClr val="bg1"/>
                    </a:solidFill>
                  </a:rPr>
                  <a:t> </a:t>
                </a:r>
              </a:p>
            </p:txBody>
          </p:sp>
        </mc:Choice>
        <mc:Fallback>
          <p:sp>
            <p:nvSpPr>
              <p:cNvPr id="30" name="ZoneTexte 29">
                <a:extLst>
                  <a:ext uri="{FF2B5EF4-FFF2-40B4-BE49-F238E27FC236}">
                    <a16:creationId xmlns:a16="http://schemas.microsoft.com/office/drawing/2014/main" id="{E5C8551F-FD96-44EB-9A20-000203DE96AC}"/>
                  </a:ext>
                </a:extLst>
              </p:cNvPr>
              <p:cNvSpPr txBox="1">
                <a:spLocks noRot="1" noChangeAspect="1" noMove="1" noResize="1" noEditPoints="1" noAdjustHandles="1" noChangeArrowheads="1" noChangeShapeType="1" noTextEdit="1"/>
              </p:cNvSpPr>
              <p:nvPr/>
            </p:nvSpPr>
            <p:spPr>
              <a:xfrm>
                <a:off x="230546" y="927669"/>
                <a:ext cx="8589926" cy="4041940"/>
              </a:xfrm>
              <a:prstGeom prst="rect">
                <a:avLst/>
              </a:prstGeom>
              <a:blipFill>
                <a:blip r:embed="rId3"/>
                <a:stretch>
                  <a:fillRect l="-142" t="-302"/>
                </a:stretch>
              </a:blipFill>
            </p:spPr>
            <p:txBody>
              <a:bodyPr/>
              <a:lstStyle/>
              <a:p>
                <a:r>
                  <a:rPr lang="fr-FR">
                    <a:noFill/>
                  </a:rPr>
                  <a:t> </a:t>
                </a:r>
              </a:p>
            </p:txBody>
          </p:sp>
        </mc:Fallback>
      </mc:AlternateContent>
      <p:sp>
        <p:nvSpPr>
          <p:cNvPr id="2" name="ZoneTexte 1">
            <a:extLst>
              <a:ext uri="{FF2B5EF4-FFF2-40B4-BE49-F238E27FC236}">
                <a16:creationId xmlns:a16="http://schemas.microsoft.com/office/drawing/2014/main" id="{0E537994-28A4-44FD-8C72-5AF9AEF91B2C}"/>
              </a:ext>
            </a:extLst>
          </p:cNvPr>
          <p:cNvSpPr txBox="1"/>
          <p:nvPr/>
        </p:nvSpPr>
        <p:spPr>
          <a:xfrm>
            <a:off x="7285990" y="4302389"/>
            <a:ext cx="1858714" cy="646331"/>
          </a:xfrm>
          <a:prstGeom prst="rect">
            <a:avLst/>
          </a:prstGeom>
          <a:noFill/>
        </p:spPr>
        <p:txBody>
          <a:bodyPr wrap="none" rtlCol="0">
            <a:spAutoFit/>
          </a:bodyPr>
          <a:lstStyle/>
          <a:p>
            <a:r>
              <a:rPr lang="fr-FR" dirty="0">
                <a:solidFill>
                  <a:schemeClr val="bg1"/>
                </a:solidFill>
              </a:rPr>
              <a:t>*Petit fond &lt; 50m</a:t>
            </a:r>
          </a:p>
          <a:p>
            <a:endParaRPr lang="fr-FR" dirty="0"/>
          </a:p>
        </p:txBody>
      </p:sp>
    </p:spTree>
    <p:extLst>
      <p:ext uri="{BB962C8B-B14F-4D97-AF65-F5344CB8AC3E}">
        <p14:creationId xmlns:p14="http://schemas.microsoft.com/office/powerpoint/2010/main" val="20455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mc:AlternateContent xmlns:mc="http://schemas.openxmlformats.org/markup-compatibility/2006">
        <mc:Choice xmlns:a14="http://schemas.microsoft.com/office/drawing/2010/main" Requires="a14">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8445910" cy="3303277"/>
              </a:xfrm>
              <a:prstGeom prst="rect">
                <a:avLst/>
              </a:prstGeom>
              <a:noFill/>
            </p:spPr>
            <p:txBody>
              <a:bodyPr wrap="square" rtlCol="0">
                <a:spAutoFit/>
              </a:bodyPr>
              <a:lstStyle/>
              <a:p>
                <a:pPr marL="285750" indent="-285750">
                  <a:buFont typeface="Arial" panose="020B0604020202020204" pitchFamily="34" charset="0"/>
                  <a:buChar char="•"/>
                </a:pPr>
                <a:r>
                  <a:rPr lang="fr-FR" sz="1400" dirty="0">
                    <a:solidFill>
                      <a:schemeClr val="bg1"/>
                    </a:solidFill>
                  </a:rPr>
                  <a:t>UUV tier-3</a:t>
                </a:r>
              </a:p>
              <a:p>
                <a:pPr marL="742950" lvl="1" indent="-285750">
                  <a:buFont typeface="Arial" panose="020B0604020202020204" pitchFamily="34" charset="0"/>
                  <a:buChar char="•"/>
                </a:pPr>
                <a:r>
                  <a:rPr lang="fr-FR" sz="1400" dirty="0">
                    <a:solidFill>
                      <a:schemeClr val="bg1"/>
                    </a:solidFill>
                  </a:rPr>
                  <a:t>Déplacement</a:t>
                </a:r>
              </a:p>
              <a:p>
                <a:pPr marL="1200150" lvl="2" indent="-285750">
                  <a:buFont typeface="Arial" panose="020B0604020202020204" pitchFamily="34" charset="0"/>
                  <a:buChar char="•"/>
                </a:pPr>
                <a:r>
                  <a:rPr lang="fr-FR" sz="1400" dirty="0">
                    <a:solidFill>
                      <a:schemeClr val="bg1"/>
                    </a:solidFill>
                  </a:rPr>
                  <a:t>Vitesse : 1 – 5 Nd</a:t>
                </a:r>
              </a:p>
              <a:p>
                <a:pPr marL="1200150" lvl="2" indent="-285750">
                  <a:buFont typeface="Arial" panose="020B0604020202020204" pitchFamily="34" charset="0"/>
                  <a:buChar char="•"/>
                </a:pPr>
                <a14:m>
                  <m:oMath xmlns:m="http://schemas.openxmlformats.org/officeDocument/2006/math">
                    <m:acc>
                      <m:accPr>
                        <m:chr m:val="̇"/>
                        <m:ctrlPr>
                          <a:rPr lang="fr-FR" sz="1400" i="1" dirty="0">
                            <a:solidFill>
                              <a:schemeClr val="bg1"/>
                            </a:solidFill>
                            <a:latin typeface="Cambria Math" panose="02040503050406030204" pitchFamily="18" charset="0"/>
                          </a:rPr>
                        </m:ctrlPr>
                      </m:accPr>
                      <m:e>
                        <m:r>
                          <a:rPr lang="fr-FR" sz="1400" i="1" dirty="0">
                            <a:solidFill>
                              <a:schemeClr val="bg1"/>
                            </a:solidFill>
                            <a:latin typeface="Cambria Math" panose="02040503050406030204" pitchFamily="18" charset="0"/>
                          </a:rPr>
                          <m:t>𝜓</m:t>
                        </m:r>
                      </m:e>
                    </m:acc>
                  </m:oMath>
                </a14:m>
                <a:r>
                  <a:rPr lang="fr-FR" sz="1400" dirty="0">
                    <a:solidFill>
                      <a:schemeClr val="bg1"/>
                    </a:solidFill>
                  </a:rPr>
                  <a:t> : 2 – 10 </a:t>
                </a:r>
                <a:r>
                  <a:rPr lang="fr-FR" sz="1400" dirty="0" err="1">
                    <a:solidFill>
                      <a:schemeClr val="bg1"/>
                    </a:solidFill>
                  </a:rPr>
                  <a:t>deg</a:t>
                </a:r>
                <a:r>
                  <a:rPr lang="fr-FR" sz="1400" dirty="0">
                    <a:solidFill>
                      <a:schemeClr val="bg1"/>
                    </a:solidFill>
                  </a:rPr>
                  <a:t>/s</a:t>
                </a:r>
              </a:p>
              <a:p>
                <a:pPr marL="1200150" lvl="2" indent="-285750">
                  <a:buFont typeface="Arial" panose="020B0604020202020204" pitchFamily="34" charset="0"/>
                  <a:buChar char="•"/>
                </a:pPr>
                <a:r>
                  <a:rPr lang="fr-FR" sz="1400" dirty="0">
                    <a:solidFill>
                      <a:schemeClr val="bg1"/>
                    </a:solidFill>
                  </a:rPr>
                  <a:t>Accélération : (</a:t>
                </a:r>
                <a:r>
                  <a:rPr lang="fr-FR" sz="1400" dirty="0" err="1">
                    <a:solidFill>
                      <a:schemeClr val="bg1"/>
                    </a:solidFill>
                  </a:rPr>
                  <a:t>Vmin</a:t>
                </a:r>
                <a:r>
                  <a:rPr lang="fr-FR" sz="1400" dirty="0">
                    <a:solidFill>
                      <a:schemeClr val="bg1"/>
                    </a:solidFill>
                  </a:rPr>
                  <a:t>) -1 – 1 m/s²   (Vmax) -0,2 – 0,2 m/s²</a:t>
                </a:r>
              </a:p>
              <a:p>
                <a:pPr marL="1200150" lvl="2" indent="-285750">
                  <a:buFont typeface="Arial" panose="020B0604020202020204" pitchFamily="34" charset="0"/>
                  <a:buChar char="•"/>
                </a:pPr>
                <a:r>
                  <a:rPr lang="fr-FR" sz="1400" dirty="0">
                    <a:solidFill>
                      <a:schemeClr val="bg1"/>
                    </a:solidFill>
                  </a:rPr>
                  <a:t>Immersion : 0 – 100m</a:t>
                </a:r>
              </a:p>
              <a:p>
                <a:pPr marL="742950" lvl="1" indent="-285750">
                  <a:buFont typeface="Arial" panose="020B0604020202020204" pitchFamily="34" charset="0"/>
                  <a:buChar char="•"/>
                </a:pPr>
                <a:r>
                  <a:rPr lang="fr-FR" sz="1400" dirty="0">
                    <a:solidFill>
                      <a:schemeClr val="bg1"/>
                    </a:solidFill>
                  </a:rPr>
                  <a:t>Equipement</a:t>
                </a:r>
              </a:p>
              <a:p>
                <a:pPr marL="1200150" lvl="2" indent="-285750">
                  <a:buFont typeface="Arial" panose="020B0604020202020204" pitchFamily="34" charset="0"/>
                  <a:buChar char="•"/>
                </a:pPr>
                <a:r>
                  <a:rPr lang="fr-FR" sz="1400" dirty="0">
                    <a:solidFill>
                      <a:schemeClr val="bg1"/>
                    </a:solidFill>
                  </a:rPr>
                  <a:t>Central inertiel + odométrie (10m/min) soumis au courant</a:t>
                </a:r>
              </a:p>
              <a:p>
                <a:pPr marL="1200150" lvl="2" indent="-285750">
                  <a:buFont typeface="Arial" panose="020B0604020202020204" pitchFamily="34" charset="0"/>
                  <a:buChar char="•"/>
                </a:pPr>
                <a:r>
                  <a:rPr lang="fr-FR" sz="1400" dirty="0">
                    <a:solidFill>
                      <a:schemeClr val="bg1"/>
                    </a:solidFill>
                  </a:rPr>
                  <a:t>(grand fond)Modem acoustique (1000m 50 bit/s)</a:t>
                </a:r>
              </a:p>
              <a:p>
                <a:pPr marL="1200150" lvl="2" indent="-285750">
                  <a:buFont typeface="Arial" panose="020B0604020202020204" pitchFamily="34" charset="0"/>
                  <a:buChar char="•"/>
                </a:pPr>
                <a:r>
                  <a:rPr lang="fr-FR" sz="1400" dirty="0">
                    <a:solidFill>
                      <a:schemeClr val="bg1"/>
                    </a:solidFill>
                  </a:rPr>
                  <a:t>(*petit fond) Modem acoustique (1000m 20 bit/s) </a:t>
                </a:r>
              </a:p>
              <a:p>
                <a:pPr marL="1200150" lvl="2" indent="-285750">
                  <a:buFont typeface="Arial" panose="020B0604020202020204" pitchFamily="34" charset="0"/>
                  <a:buChar char="•"/>
                </a:pPr>
                <a:r>
                  <a:rPr lang="fr-FR" sz="1400" dirty="0">
                    <a:solidFill>
                      <a:schemeClr val="bg1"/>
                    </a:solidFill>
                  </a:rPr>
                  <a:t>Autonomie : consommation^2 de la vitesse -&gt; 1Nd (175km) – 5 Nd(7km)</a:t>
                </a:r>
              </a:p>
              <a:p>
                <a:pPr marL="285750" indent="-285750">
                  <a:buFont typeface="Arial" panose="020B0604020202020204" pitchFamily="34" charset="0"/>
                  <a:buChar char="•"/>
                </a:pPr>
                <a:endParaRPr lang="fr-FR" dirty="0">
                  <a:solidFill>
                    <a:schemeClr val="bg1"/>
                  </a:solidFill>
                </a:endParaRP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mc:Choice>
        <mc:Fallback>
          <p:sp>
            <p:nvSpPr>
              <p:cNvPr id="30" name="ZoneTexte 29">
                <a:extLst>
                  <a:ext uri="{FF2B5EF4-FFF2-40B4-BE49-F238E27FC236}">
                    <a16:creationId xmlns:a16="http://schemas.microsoft.com/office/drawing/2014/main" id="{E5C8551F-FD96-44EB-9A20-000203DE96AC}"/>
                  </a:ext>
                </a:extLst>
              </p:cNvPr>
              <p:cNvSpPr txBox="1">
                <a:spLocks noRot="1" noChangeAspect="1" noMove="1" noResize="1" noEditPoints="1" noAdjustHandles="1" noChangeArrowheads="1" noChangeShapeType="1" noTextEdit="1"/>
              </p:cNvSpPr>
              <p:nvPr/>
            </p:nvSpPr>
            <p:spPr>
              <a:xfrm>
                <a:off x="230546" y="927669"/>
                <a:ext cx="8445910" cy="3303277"/>
              </a:xfrm>
              <a:prstGeom prst="rect">
                <a:avLst/>
              </a:prstGeom>
              <a:blipFill>
                <a:blip r:embed="rId3"/>
                <a:stretch>
                  <a:fillRect l="-144" t="-369"/>
                </a:stretch>
              </a:blipFill>
            </p:spPr>
            <p:txBody>
              <a:bodyPr/>
              <a:lstStyle/>
              <a:p>
                <a:r>
                  <a:rPr lang="fr-FR">
                    <a:noFill/>
                  </a:rPr>
                  <a:t> </a:t>
                </a:r>
              </a:p>
            </p:txBody>
          </p:sp>
        </mc:Fallback>
      </mc:AlternateContent>
      <p:sp>
        <p:nvSpPr>
          <p:cNvPr id="4" name="ZoneTexte 3">
            <a:extLst>
              <a:ext uri="{FF2B5EF4-FFF2-40B4-BE49-F238E27FC236}">
                <a16:creationId xmlns:a16="http://schemas.microsoft.com/office/drawing/2014/main" id="{E73EADBD-2D06-4639-AF38-1954E8094178}"/>
              </a:ext>
            </a:extLst>
          </p:cNvPr>
          <p:cNvSpPr txBox="1"/>
          <p:nvPr/>
        </p:nvSpPr>
        <p:spPr>
          <a:xfrm>
            <a:off x="7285990" y="4302389"/>
            <a:ext cx="1858714" cy="646331"/>
          </a:xfrm>
          <a:prstGeom prst="rect">
            <a:avLst/>
          </a:prstGeom>
          <a:noFill/>
        </p:spPr>
        <p:txBody>
          <a:bodyPr wrap="none" rtlCol="0">
            <a:spAutoFit/>
          </a:bodyPr>
          <a:lstStyle/>
          <a:p>
            <a:r>
              <a:rPr lang="fr-FR" dirty="0">
                <a:solidFill>
                  <a:schemeClr val="bg1"/>
                </a:solidFill>
              </a:rPr>
              <a:t>*Petit fond &lt; 50m</a:t>
            </a:r>
          </a:p>
          <a:p>
            <a:endParaRPr lang="fr-FR" dirty="0"/>
          </a:p>
        </p:txBody>
      </p:sp>
    </p:spTree>
    <p:extLst>
      <p:ext uri="{BB962C8B-B14F-4D97-AF65-F5344CB8AC3E}">
        <p14:creationId xmlns:p14="http://schemas.microsoft.com/office/powerpoint/2010/main" val="1819563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mc:AlternateContent xmlns:mc="http://schemas.openxmlformats.org/markup-compatibility/2006">
        <mc:Choice xmlns:a14="http://schemas.microsoft.com/office/drawing/2010/main" Requires="a14">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8517918" cy="3764941"/>
              </a:xfrm>
              <a:prstGeom prst="rect">
                <a:avLst/>
              </a:prstGeom>
              <a:noFill/>
            </p:spPr>
            <p:txBody>
              <a:bodyPr wrap="square" rtlCol="0">
                <a:spAutoFit/>
              </a:bodyPr>
              <a:lstStyle/>
              <a:p>
                <a:pPr marL="285750" indent="-285750">
                  <a:buFont typeface="Arial" panose="020B0604020202020204" pitchFamily="34" charset="0"/>
                  <a:buChar char="•"/>
                </a:pPr>
                <a:r>
                  <a:rPr lang="fr-FR" sz="1400" dirty="0">
                    <a:solidFill>
                      <a:schemeClr val="bg1"/>
                    </a:solidFill>
                  </a:rPr>
                  <a:t>UUV tier-2</a:t>
                </a:r>
              </a:p>
              <a:p>
                <a:pPr marL="742950" lvl="1" indent="-285750">
                  <a:buFont typeface="Arial" panose="020B0604020202020204" pitchFamily="34" charset="0"/>
                  <a:buChar char="•"/>
                </a:pPr>
                <a:r>
                  <a:rPr lang="fr-FR" sz="1400" dirty="0">
                    <a:solidFill>
                      <a:schemeClr val="bg1"/>
                    </a:solidFill>
                  </a:rPr>
                  <a:t>Déplacement</a:t>
                </a:r>
              </a:p>
              <a:p>
                <a:pPr marL="1200150" lvl="2" indent="-285750">
                  <a:buFont typeface="Arial" panose="020B0604020202020204" pitchFamily="34" charset="0"/>
                  <a:buChar char="•"/>
                </a:pPr>
                <a:r>
                  <a:rPr lang="fr-FR" sz="1400" dirty="0">
                    <a:solidFill>
                      <a:schemeClr val="bg1"/>
                    </a:solidFill>
                  </a:rPr>
                  <a:t>Vitesse : 1 – 10 </a:t>
                </a:r>
                <a:r>
                  <a:rPr lang="fr-FR" sz="1400" dirty="0" err="1">
                    <a:solidFill>
                      <a:schemeClr val="bg1"/>
                    </a:solidFill>
                  </a:rPr>
                  <a:t>Nds</a:t>
                </a:r>
                <a:endParaRPr lang="fr-FR" sz="1400" dirty="0">
                  <a:solidFill>
                    <a:schemeClr val="bg1"/>
                  </a:solidFill>
                </a:endParaRPr>
              </a:p>
              <a:p>
                <a:pPr marL="1200150" lvl="2" indent="-285750">
                  <a:buFont typeface="Arial" panose="020B0604020202020204" pitchFamily="34" charset="0"/>
                  <a:buChar char="•"/>
                </a:pPr>
                <a:r>
                  <a:rPr lang="fr-FR" sz="1400" dirty="0">
                    <a:solidFill>
                      <a:schemeClr val="bg1"/>
                    </a:solidFill>
                  </a:rPr>
                  <a:t>Acc </a:t>
                </a:r>
                <a14:m>
                  <m:oMath xmlns:m="http://schemas.openxmlformats.org/officeDocument/2006/math">
                    <m:acc>
                      <m:accPr>
                        <m:chr m:val="̇"/>
                        <m:ctrlPr>
                          <a:rPr lang="fr-FR" sz="1400" i="1" dirty="0">
                            <a:solidFill>
                              <a:schemeClr val="bg1"/>
                            </a:solidFill>
                            <a:latin typeface="Cambria Math" panose="02040503050406030204" pitchFamily="18" charset="0"/>
                          </a:rPr>
                        </m:ctrlPr>
                      </m:accPr>
                      <m:e>
                        <m:r>
                          <a:rPr lang="fr-FR" sz="1400" i="1" dirty="0">
                            <a:solidFill>
                              <a:schemeClr val="bg1"/>
                            </a:solidFill>
                            <a:latin typeface="Cambria Math" panose="02040503050406030204" pitchFamily="18" charset="0"/>
                          </a:rPr>
                          <m:t>𝜓</m:t>
                        </m:r>
                      </m:e>
                    </m:acc>
                  </m:oMath>
                </a14:m>
                <a:r>
                  <a:rPr lang="fr-FR" sz="1400" dirty="0">
                    <a:solidFill>
                      <a:schemeClr val="bg1"/>
                    </a:solidFill>
                  </a:rPr>
                  <a:t> … tier1</a:t>
                </a:r>
              </a:p>
              <a:p>
                <a:pPr marL="1200150" lvl="2" indent="-285750">
                  <a:buFont typeface="Arial" panose="020B0604020202020204" pitchFamily="34" charset="0"/>
                  <a:buChar char="•"/>
                </a:pPr>
                <a:r>
                  <a:rPr lang="fr-FR" sz="1400" dirty="0">
                    <a:solidFill>
                      <a:schemeClr val="bg1"/>
                    </a:solidFill>
                  </a:rPr>
                  <a:t>Immersion : 0 – 100m</a:t>
                </a:r>
              </a:p>
              <a:p>
                <a:pPr marL="742950" lvl="1" indent="-285750">
                  <a:buFont typeface="Arial" panose="020B0604020202020204" pitchFamily="34" charset="0"/>
                  <a:buChar char="•"/>
                </a:pPr>
                <a:r>
                  <a:rPr lang="fr-FR" sz="1400" dirty="0">
                    <a:solidFill>
                      <a:schemeClr val="bg1"/>
                    </a:solidFill>
                  </a:rPr>
                  <a:t>Equipement</a:t>
                </a:r>
              </a:p>
              <a:p>
                <a:pPr marL="1200150" lvl="2" indent="-285750">
                  <a:buFont typeface="Arial" panose="020B0604020202020204" pitchFamily="34" charset="0"/>
                  <a:buChar char="•"/>
                </a:pPr>
                <a:r>
                  <a:rPr lang="fr-FR" sz="1400" dirty="0">
                    <a:solidFill>
                      <a:schemeClr val="bg1"/>
                    </a:solidFill>
                  </a:rPr>
                  <a:t>Central inertiel + odométrie (10m/min) soumis au courant</a:t>
                </a:r>
              </a:p>
              <a:p>
                <a:pPr marL="1200150" lvl="2" indent="-285750">
                  <a:buFont typeface="Arial" panose="020B0604020202020204" pitchFamily="34" charset="0"/>
                  <a:buChar char="•"/>
                </a:pPr>
                <a:r>
                  <a:rPr lang="fr-FR" sz="1400" dirty="0">
                    <a:solidFill>
                      <a:schemeClr val="bg1"/>
                    </a:solidFill>
                  </a:rPr>
                  <a:t>(grand fond)Modem acoustique (1000m 50 bit/s)</a:t>
                </a:r>
              </a:p>
              <a:p>
                <a:pPr marL="1200150" lvl="2" indent="-285750">
                  <a:buFont typeface="Arial" panose="020B0604020202020204" pitchFamily="34" charset="0"/>
                  <a:buChar char="•"/>
                </a:pPr>
                <a:r>
                  <a:rPr lang="fr-FR" sz="1400" dirty="0">
                    <a:solidFill>
                      <a:schemeClr val="bg1"/>
                    </a:solidFill>
                  </a:rPr>
                  <a:t>(petit fond) Modem acoustique (1000m 20 bit/s)</a:t>
                </a:r>
              </a:p>
              <a:p>
                <a:pPr marL="1200150" lvl="2" indent="-285750">
                  <a:buFont typeface="Arial" panose="020B0604020202020204" pitchFamily="34" charset="0"/>
                  <a:buChar char="•"/>
                </a:pPr>
                <a:r>
                  <a:rPr lang="fr-FR" sz="1400" dirty="0">
                    <a:solidFill>
                      <a:schemeClr val="bg1"/>
                    </a:solidFill>
                  </a:rPr>
                  <a:t>Base </a:t>
                </a:r>
                <a:r>
                  <a:rPr lang="fr-FR" sz="1400" dirty="0" err="1">
                    <a:solidFill>
                      <a:schemeClr val="bg1"/>
                    </a:solidFill>
                  </a:rPr>
                  <a:t>accoustique</a:t>
                </a:r>
                <a:endParaRPr lang="fr-FR" sz="1400" dirty="0">
                  <a:solidFill>
                    <a:schemeClr val="bg1"/>
                  </a:solidFill>
                </a:endParaRPr>
              </a:p>
              <a:p>
                <a:pPr marL="1657350" lvl="3" indent="-285750">
                  <a:buFont typeface="Arial" panose="020B0604020202020204" pitchFamily="34" charset="0"/>
                  <a:buChar char="•"/>
                </a:pPr>
                <a:r>
                  <a:rPr lang="fr-FR" sz="1400" dirty="0" err="1">
                    <a:solidFill>
                      <a:schemeClr val="bg1"/>
                    </a:solidFill>
                  </a:rPr>
                  <a:t>Dist</a:t>
                </a:r>
                <a:r>
                  <a:rPr lang="fr-FR" sz="1400" dirty="0">
                    <a:solidFill>
                      <a:schemeClr val="bg1"/>
                    </a:solidFill>
                  </a:rPr>
                  <a:t> : </a:t>
                </a:r>
              </a:p>
              <a:p>
                <a:pPr marL="2114550" lvl="4" indent="-285750">
                  <a:buFont typeface="Arial" panose="020B0604020202020204" pitchFamily="34" charset="0"/>
                  <a:buChar char="•"/>
                </a:pPr>
                <a:r>
                  <a:rPr lang="fr-FR" sz="1400" dirty="0">
                    <a:solidFill>
                      <a:schemeClr val="bg1"/>
                    </a:solidFill>
                  </a:rPr>
                  <a:t>(grand fond) 500 – 1000 m (bruit gaussien +/- 10 à 1 sigma) </a:t>
                </a:r>
              </a:p>
              <a:p>
                <a:pPr marL="2114550" lvl="4" indent="-285750">
                  <a:buFont typeface="Arial" panose="020B0604020202020204" pitchFamily="34" charset="0"/>
                  <a:buChar char="•"/>
                </a:pPr>
                <a:r>
                  <a:rPr lang="fr-FR" sz="1400" dirty="0">
                    <a:solidFill>
                      <a:schemeClr val="bg1"/>
                    </a:solidFill>
                  </a:rPr>
                  <a:t>(grand fond) Azimut 2 </a:t>
                </a:r>
                <a:r>
                  <a:rPr lang="fr-FR" sz="1400" dirty="0" err="1">
                    <a:solidFill>
                      <a:schemeClr val="bg1"/>
                    </a:solidFill>
                  </a:rPr>
                  <a:t>deg</a:t>
                </a:r>
                <a:r>
                  <a:rPr lang="fr-FR" sz="1400" dirty="0">
                    <a:solidFill>
                      <a:schemeClr val="bg1"/>
                    </a:solidFill>
                  </a:rPr>
                  <a:t> à 1 sigma</a:t>
                </a:r>
              </a:p>
              <a:p>
                <a:pPr marL="2114550" lvl="4" indent="-285750">
                  <a:buFont typeface="Arial" panose="020B0604020202020204" pitchFamily="34" charset="0"/>
                  <a:buChar char="•"/>
                </a:pPr>
                <a:r>
                  <a:rPr lang="fr-FR" sz="1400" dirty="0">
                    <a:solidFill>
                      <a:schemeClr val="bg1"/>
                    </a:solidFill>
                  </a:rPr>
                  <a:t>(*petit fond) &lt; 200 m (bruit gaussien +/- 10 à 1 sigma) </a:t>
                </a:r>
              </a:p>
              <a:p>
                <a:pPr marL="2114550" lvl="4" indent="-285750">
                  <a:buFont typeface="Arial" panose="020B0604020202020204" pitchFamily="34" charset="0"/>
                  <a:buChar char="•"/>
                </a:pPr>
                <a:r>
                  <a:rPr lang="fr-FR" sz="1400" dirty="0">
                    <a:solidFill>
                      <a:schemeClr val="bg1"/>
                    </a:solidFill>
                  </a:rPr>
                  <a:t>(*petit fond) Azimut 5 </a:t>
                </a:r>
                <a:r>
                  <a:rPr lang="fr-FR" sz="1400" dirty="0" err="1">
                    <a:solidFill>
                      <a:schemeClr val="bg1"/>
                    </a:solidFill>
                  </a:rPr>
                  <a:t>deg</a:t>
                </a:r>
                <a:r>
                  <a:rPr lang="fr-FR" sz="1400" dirty="0">
                    <a:solidFill>
                      <a:schemeClr val="bg1"/>
                    </a:solidFill>
                  </a:rPr>
                  <a:t> à 1 sigma</a:t>
                </a:r>
              </a:p>
              <a:p>
                <a:pPr marL="1200150" lvl="2" indent="-285750">
                  <a:buFont typeface="Arial" panose="020B0604020202020204" pitchFamily="34" charset="0"/>
                  <a:buChar char="•"/>
                </a:pPr>
                <a:r>
                  <a:rPr lang="fr-FR" sz="1400" dirty="0">
                    <a:solidFill>
                      <a:schemeClr val="bg1"/>
                    </a:solidFill>
                  </a:rPr>
                  <a:t>Autonomie : consommation^2 de la vitesse -&gt; 1Nd (250km)– 10 Nd(3km)</a:t>
                </a:r>
              </a:p>
              <a:p>
                <a:r>
                  <a:rPr lang="fr-FR" sz="1400" dirty="0">
                    <a:solidFill>
                      <a:schemeClr val="bg1"/>
                    </a:solidFill>
                  </a:rPr>
                  <a:t> </a:t>
                </a:r>
              </a:p>
            </p:txBody>
          </p:sp>
        </mc:Choice>
        <mc:Fallback>
          <p:sp>
            <p:nvSpPr>
              <p:cNvPr id="30" name="ZoneTexte 29">
                <a:extLst>
                  <a:ext uri="{FF2B5EF4-FFF2-40B4-BE49-F238E27FC236}">
                    <a16:creationId xmlns:a16="http://schemas.microsoft.com/office/drawing/2014/main" id="{E5C8551F-FD96-44EB-9A20-000203DE96AC}"/>
                  </a:ext>
                </a:extLst>
              </p:cNvPr>
              <p:cNvSpPr txBox="1">
                <a:spLocks noRot="1" noChangeAspect="1" noMove="1" noResize="1" noEditPoints="1" noAdjustHandles="1" noChangeArrowheads="1" noChangeShapeType="1" noTextEdit="1"/>
              </p:cNvSpPr>
              <p:nvPr/>
            </p:nvSpPr>
            <p:spPr>
              <a:xfrm>
                <a:off x="230546" y="927669"/>
                <a:ext cx="8517918" cy="3764941"/>
              </a:xfrm>
              <a:prstGeom prst="rect">
                <a:avLst/>
              </a:prstGeom>
              <a:blipFill>
                <a:blip r:embed="rId3"/>
                <a:stretch>
                  <a:fillRect l="-143" t="-324"/>
                </a:stretch>
              </a:blipFill>
            </p:spPr>
            <p:txBody>
              <a:bodyPr/>
              <a:lstStyle/>
              <a:p>
                <a:r>
                  <a:rPr lang="fr-FR">
                    <a:noFill/>
                  </a:rPr>
                  <a:t> </a:t>
                </a:r>
              </a:p>
            </p:txBody>
          </p:sp>
        </mc:Fallback>
      </mc:AlternateContent>
      <p:sp>
        <p:nvSpPr>
          <p:cNvPr id="4" name="ZoneTexte 3">
            <a:extLst>
              <a:ext uri="{FF2B5EF4-FFF2-40B4-BE49-F238E27FC236}">
                <a16:creationId xmlns:a16="http://schemas.microsoft.com/office/drawing/2014/main" id="{D99A091C-4A79-49B1-9151-6361FAB893EC}"/>
              </a:ext>
            </a:extLst>
          </p:cNvPr>
          <p:cNvSpPr txBox="1"/>
          <p:nvPr/>
        </p:nvSpPr>
        <p:spPr>
          <a:xfrm>
            <a:off x="7285990" y="4302389"/>
            <a:ext cx="1858714" cy="646331"/>
          </a:xfrm>
          <a:prstGeom prst="rect">
            <a:avLst/>
          </a:prstGeom>
          <a:noFill/>
        </p:spPr>
        <p:txBody>
          <a:bodyPr wrap="none" rtlCol="0">
            <a:spAutoFit/>
          </a:bodyPr>
          <a:lstStyle/>
          <a:p>
            <a:r>
              <a:rPr lang="fr-FR" dirty="0">
                <a:solidFill>
                  <a:schemeClr val="bg1"/>
                </a:solidFill>
              </a:rPr>
              <a:t>*Petit fond &lt; 50m</a:t>
            </a:r>
          </a:p>
          <a:p>
            <a:endParaRPr lang="fr-FR" dirty="0"/>
          </a:p>
        </p:txBody>
      </p:sp>
    </p:spTree>
    <p:extLst>
      <p:ext uri="{BB962C8B-B14F-4D97-AF65-F5344CB8AC3E}">
        <p14:creationId xmlns:p14="http://schemas.microsoft.com/office/powerpoint/2010/main" val="849696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8733942" cy="3293209"/>
          </a:xfrm>
          <a:prstGeom prst="rect">
            <a:avLst/>
          </a:prstGeom>
          <a:noFill/>
        </p:spPr>
        <p:txBody>
          <a:bodyPr wrap="square" rtlCol="0">
            <a:spAutoFit/>
          </a:bodyPr>
          <a:lstStyle/>
          <a:p>
            <a:pPr marL="285750" indent="-285750">
              <a:buFont typeface="Arial" panose="020B0604020202020204" pitchFamily="34" charset="0"/>
              <a:buChar char="•"/>
            </a:pPr>
            <a:r>
              <a:rPr lang="fr-FR" sz="1400" dirty="0">
                <a:solidFill>
                  <a:schemeClr val="bg1"/>
                </a:solidFill>
              </a:rPr>
              <a:t>UAV</a:t>
            </a:r>
          </a:p>
          <a:p>
            <a:pPr marL="742950" lvl="1" indent="-285750">
              <a:buFont typeface="Arial" panose="020B0604020202020204" pitchFamily="34" charset="0"/>
              <a:buChar char="•"/>
            </a:pPr>
            <a:r>
              <a:rPr lang="fr-FR" dirty="0">
                <a:solidFill>
                  <a:schemeClr val="bg1"/>
                </a:solidFill>
              </a:rPr>
              <a:t>Equipement : </a:t>
            </a:r>
          </a:p>
          <a:p>
            <a:pPr marL="1200150" lvl="2" indent="-285750">
              <a:buFont typeface="Arial" panose="020B0604020202020204" pitchFamily="34" charset="0"/>
              <a:buChar char="•"/>
            </a:pPr>
            <a:r>
              <a:rPr lang="fr-FR" dirty="0">
                <a:solidFill>
                  <a:schemeClr val="bg1"/>
                </a:solidFill>
              </a:rPr>
              <a:t>Liaison de données avec la station mère (débit infini portée infini)</a:t>
            </a:r>
          </a:p>
          <a:p>
            <a:pPr marL="1200150" lvl="2" indent="-285750">
              <a:buFont typeface="Arial" panose="020B0604020202020204" pitchFamily="34" charset="0"/>
              <a:buChar char="•"/>
            </a:pPr>
            <a:r>
              <a:rPr lang="fr-FR" dirty="0">
                <a:solidFill>
                  <a:schemeClr val="bg1"/>
                </a:solidFill>
              </a:rPr>
              <a:t>GPS (précision inférieur à 3m)</a:t>
            </a:r>
          </a:p>
          <a:p>
            <a:pPr marL="1200150" lvl="2" indent="-285750">
              <a:buFont typeface="Arial" panose="020B0604020202020204" pitchFamily="34" charset="0"/>
              <a:buChar char="•"/>
            </a:pPr>
            <a:r>
              <a:rPr lang="fr-FR" dirty="0">
                <a:solidFill>
                  <a:schemeClr val="bg1"/>
                </a:solidFill>
              </a:rPr>
              <a:t>6 balises (identiques mais choix à faire pour flottante ou de fond)</a:t>
            </a:r>
          </a:p>
          <a:p>
            <a:pPr marL="742950" lvl="1" indent="-285750">
              <a:buFont typeface="Arial" panose="020B0604020202020204" pitchFamily="34" charset="0"/>
              <a:buChar char="•"/>
            </a:pPr>
            <a:r>
              <a:rPr lang="fr-FR" dirty="0">
                <a:solidFill>
                  <a:schemeClr val="bg1"/>
                </a:solidFill>
              </a:rPr>
              <a:t>Cinématique :</a:t>
            </a:r>
          </a:p>
          <a:p>
            <a:pPr marL="1200150" lvl="2" indent="-285750">
              <a:buFont typeface="Arial" panose="020B0604020202020204" pitchFamily="34" charset="0"/>
              <a:buChar char="•"/>
            </a:pPr>
            <a:r>
              <a:rPr lang="fr-FR" dirty="0">
                <a:solidFill>
                  <a:schemeClr val="bg1"/>
                </a:solidFill>
              </a:rPr>
              <a:t>Vitesse de vol : 0 – 50 km/h</a:t>
            </a:r>
          </a:p>
          <a:p>
            <a:pPr marL="1200150" lvl="2" indent="-285750">
              <a:buFont typeface="Arial" panose="020B0604020202020204" pitchFamily="34" charset="0"/>
              <a:buChar char="•"/>
            </a:pPr>
            <a:r>
              <a:rPr lang="fr-FR" dirty="0">
                <a:solidFill>
                  <a:schemeClr val="bg1"/>
                </a:solidFill>
              </a:rPr>
              <a:t>Altitude de vol : 1 – 100 m</a:t>
            </a:r>
          </a:p>
          <a:p>
            <a:pPr marL="1200150" lvl="2" indent="-285750">
              <a:buFont typeface="Arial" panose="020B0604020202020204" pitchFamily="34" charset="0"/>
              <a:buChar char="•"/>
            </a:pPr>
            <a:r>
              <a:rPr lang="fr-FR" dirty="0">
                <a:solidFill>
                  <a:schemeClr val="bg1"/>
                </a:solidFill>
              </a:rPr>
              <a:t>Autonomie : 30 km</a:t>
            </a:r>
          </a:p>
          <a:p>
            <a:pPr marL="285750" indent="-285750">
              <a:buFont typeface="Arial" panose="020B0604020202020204" pitchFamily="34" charset="0"/>
              <a:buChar char="•"/>
            </a:pPr>
            <a:endParaRPr lang="fr-FR" sz="1400" dirty="0">
              <a:solidFill>
                <a:schemeClr val="bg1"/>
              </a:solidFill>
            </a:endParaRP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Tree>
    <p:extLst>
      <p:ext uri="{BB962C8B-B14F-4D97-AF65-F5344CB8AC3E}">
        <p14:creationId xmlns:p14="http://schemas.microsoft.com/office/powerpoint/2010/main" val="2395034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90040" cy="369332"/>
          </a:xfrm>
          <a:prstGeom prst="rect">
            <a:avLst/>
          </a:prstGeom>
          <a:noFill/>
        </p:spPr>
        <p:txBody>
          <a:bodyPr wrap="none" rtlCol="0">
            <a:spAutoFit/>
          </a:bodyPr>
          <a:lstStyle/>
          <a:p>
            <a:r>
              <a:rPr lang="fr-FR" dirty="0">
                <a:solidFill>
                  <a:schemeClr val="bg1"/>
                </a:solidFill>
              </a:rPr>
              <a:t>Présentation entités disponibles</a:t>
            </a:r>
          </a:p>
        </p:txBody>
      </p:sp>
      <p:sp>
        <p:nvSpPr>
          <p:cNvPr id="30" name="ZoneTexte 29">
            <a:extLst>
              <a:ext uri="{FF2B5EF4-FFF2-40B4-BE49-F238E27FC236}">
                <a16:creationId xmlns:a16="http://schemas.microsoft.com/office/drawing/2014/main" id="{E5C8551F-FD96-44EB-9A20-000203DE96AC}"/>
              </a:ext>
            </a:extLst>
          </p:cNvPr>
          <p:cNvSpPr txBox="1"/>
          <p:nvPr/>
        </p:nvSpPr>
        <p:spPr>
          <a:xfrm>
            <a:off x="230546" y="927669"/>
            <a:ext cx="8517918" cy="3754874"/>
          </a:xfrm>
          <a:prstGeom prst="rect">
            <a:avLst/>
          </a:prstGeom>
          <a:noFill/>
        </p:spPr>
        <p:txBody>
          <a:bodyPr wrap="square" rtlCol="0">
            <a:spAutoFit/>
          </a:bodyPr>
          <a:lstStyle/>
          <a:p>
            <a:pPr marL="285750" indent="-285750">
              <a:buFont typeface="Arial" panose="020B0604020202020204" pitchFamily="34" charset="0"/>
              <a:buChar char="•"/>
            </a:pPr>
            <a:r>
              <a:rPr lang="fr-FR" sz="1400" dirty="0">
                <a:solidFill>
                  <a:schemeClr val="bg1"/>
                </a:solidFill>
              </a:rPr>
              <a:t>Balise :</a:t>
            </a:r>
          </a:p>
          <a:p>
            <a:pPr marL="742950" lvl="1" indent="-285750">
              <a:buFont typeface="Arial" panose="020B0604020202020204" pitchFamily="34" charset="0"/>
              <a:buChar char="•"/>
            </a:pPr>
            <a:r>
              <a:rPr lang="fr-FR" sz="1400" dirty="0">
                <a:solidFill>
                  <a:schemeClr val="bg1"/>
                </a:solidFill>
              </a:rPr>
              <a:t>Configurable (surface ou fond)</a:t>
            </a:r>
          </a:p>
          <a:p>
            <a:pPr marL="742950" lvl="1" indent="-285750">
              <a:buFont typeface="Arial" panose="020B0604020202020204" pitchFamily="34" charset="0"/>
              <a:buChar char="•"/>
            </a:pPr>
            <a:r>
              <a:rPr lang="fr-FR" sz="1400" dirty="0">
                <a:solidFill>
                  <a:schemeClr val="bg1"/>
                </a:solidFill>
              </a:rPr>
              <a:t>Immersion : 0 – 200m (détruite au delà)</a:t>
            </a:r>
          </a:p>
          <a:p>
            <a:pPr marL="742950" lvl="1" indent="-285750">
              <a:buFont typeface="Arial" panose="020B0604020202020204" pitchFamily="34" charset="0"/>
              <a:buChar char="•"/>
            </a:pPr>
            <a:r>
              <a:rPr lang="fr-FR" sz="1400" dirty="0">
                <a:solidFill>
                  <a:schemeClr val="bg1"/>
                </a:solidFill>
              </a:rPr>
              <a:t>Modèle de chute : </a:t>
            </a:r>
          </a:p>
          <a:p>
            <a:pPr marL="1200150" lvl="2" indent="-285750">
              <a:buFont typeface="Arial" panose="020B0604020202020204" pitchFamily="34" charset="0"/>
              <a:buChar char="•"/>
            </a:pPr>
            <a:r>
              <a:rPr lang="fr-FR" sz="1400" dirty="0">
                <a:solidFill>
                  <a:schemeClr val="bg1"/>
                </a:solidFill>
              </a:rPr>
              <a:t>Dispersion :1m tous les 10m immersion -&gt; eau 0m -&gt; air (vitesse de largage nulle)</a:t>
            </a:r>
          </a:p>
          <a:p>
            <a:pPr marL="1200150" lvl="2" indent="-285750">
              <a:buFont typeface="Arial" panose="020B0604020202020204" pitchFamily="34" charset="0"/>
              <a:buChar char="•"/>
            </a:pPr>
            <a:r>
              <a:rPr lang="fr-FR" sz="1400" dirty="0">
                <a:solidFill>
                  <a:schemeClr val="bg1"/>
                </a:solidFill>
              </a:rPr>
              <a:t>Si non nul ajout de la vitesse du drone lors du largage</a:t>
            </a:r>
          </a:p>
          <a:p>
            <a:pPr marL="1200150" lvl="2" indent="-285750">
              <a:buFont typeface="Arial" panose="020B0604020202020204" pitchFamily="34" charset="0"/>
              <a:buChar char="•"/>
            </a:pPr>
            <a:r>
              <a:rPr lang="fr-FR" sz="1400" dirty="0">
                <a:solidFill>
                  <a:schemeClr val="bg1"/>
                </a:solidFill>
              </a:rPr>
              <a:t>Vitesse de coulée : 2,5 m/s</a:t>
            </a:r>
          </a:p>
          <a:p>
            <a:pPr marL="742950" lvl="1" indent="-285750">
              <a:buFont typeface="Arial" panose="020B0604020202020204" pitchFamily="34" charset="0"/>
              <a:buChar char="•"/>
            </a:pPr>
            <a:r>
              <a:rPr lang="fr-FR" sz="1400" dirty="0">
                <a:solidFill>
                  <a:schemeClr val="bg1"/>
                </a:solidFill>
              </a:rPr>
              <a:t>Configurer jusqu’à 10 dates démarrage et de stoppage</a:t>
            </a:r>
          </a:p>
          <a:p>
            <a:pPr marL="742950" lvl="1" indent="-285750">
              <a:buFont typeface="Arial" panose="020B0604020202020204" pitchFamily="34" charset="0"/>
              <a:buChar char="•"/>
            </a:pPr>
            <a:r>
              <a:rPr lang="fr-FR" sz="1400" dirty="0">
                <a:solidFill>
                  <a:schemeClr val="bg1"/>
                </a:solidFill>
              </a:rPr>
              <a:t>Configurer jusqu’à 10 séquences de ping (dont encodage autoposition)</a:t>
            </a:r>
          </a:p>
          <a:p>
            <a:pPr marL="742950" lvl="1" indent="-285750">
              <a:buFont typeface="Arial" panose="020B0604020202020204" pitchFamily="34" charset="0"/>
              <a:buChar char="•"/>
            </a:pPr>
            <a:r>
              <a:rPr lang="fr-FR" sz="1400" dirty="0">
                <a:solidFill>
                  <a:schemeClr val="bg1"/>
                </a:solidFill>
              </a:rPr>
              <a:t>Dérive</a:t>
            </a:r>
          </a:p>
          <a:p>
            <a:pPr marL="1200150" lvl="2" indent="-285750">
              <a:buFont typeface="Arial" panose="020B0604020202020204" pitchFamily="34" charset="0"/>
              <a:buChar char="•"/>
            </a:pPr>
            <a:r>
              <a:rPr lang="fr-FR" sz="1400" dirty="0">
                <a:solidFill>
                  <a:schemeClr val="bg1"/>
                </a:solidFill>
              </a:rPr>
              <a:t>Fonds : soumis au courant le temps de la coulée puis nulle</a:t>
            </a:r>
          </a:p>
          <a:p>
            <a:pPr marL="1200150" lvl="2" indent="-285750">
              <a:buFont typeface="Arial" panose="020B0604020202020204" pitchFamily="34" charset="0"/>
              <a:buChar char="•"/>
            </a:pPr>
            <a:r>
              <a:rPr lang="fr-FR" sz="1400" dirty="0">
                <a:solidFill>
                  <a:schemeClr val="bg1"/>
                </a:solidFill>
              </a:rPr>
              <a:t>Surface : soumis au courant</a:t>
            </a:r>
          </a:p>
          <a:p>
            <a:pPr marL="742950" lvl="1" indent="-285750">
              <a:buFont typeface="Arial" panose="020B0604020202020204" pitchFamily="34" charset="0"/>
              <a:buChar char="•"/>
            </a:pPr>
            <a:r>
              <a:rPr lang="fr-FR" sz="1400" dirty="0">
                <a:solidFill>
                  <a:schemeClr val="bg1"/>
                </a:solidFill>
              </a:rPr>
              <a:t>Pour la balise surface: encodage de la dérive delta nord delta est par rapport au point de largage</a:t>
            </a:r>
          </a:p>
          <a:p>
            <a:pPr marL="742950" lvl="1" indent="-285750">
              <a:buFont typeface="Arial" panose="020B0604020202020204" pitchFamily="34" charset="0"/>
              <a:buChar char="•"/>
            </a:pPr>
            <a:r>
              <a:rPr lang="fr-FR" sz="1400" dirty="0">
                <a:solidFill>
                  <a:schemeClr val="bg1"/>
                </a:solidFill>
              </a:rPr>
              <a:t>Durée d’émission max : 1h</a:t>
            </a:r>
          </a:p>
          <a:p>
            <a:pPr marL="285750" indent="-285750">
              <a:buFont typeface="Arial" panose="020B0604020202020204" pitchFamily="34" charset="0"/>
              <a:buChar char="•"/>
            </a:pPr>
            <a:endParaRPr lang="fr-FR" sz="1400" dirty="0">
              <a:solidFill>
                <a:schemeClr val="bg1"/>
              </a:solidFill>
            </a:endParaRPr>
          </a:p>
          <a:p>
            <a:pPr marL="285750" indent="-285750">
              <a:buFont typeface="Arial" panose="020B0604020202020204" pitchFamily="34" charset="0"/>
              <a:buChar char="•"/>
            </a:pPr>
            <a:endParaRPr lang="fr-FR" sz="1400" dirty="0">
              <a:solidFill>
                <a:schemeClr val="bg1"/>
              </a:solidFill>
            </a:endParaRPr>
          </a:p>
          <a:p>
            <a:r>
              <a:rPr lang="fr-FR" sz="1400" dirty="0">
                <a:solidFill>
                  <a:schemeClr val="bg1"/>
                </a:solidFill>
              </a:rPr>
              <a:t> </a:t>
            </a:r>
          </a:p>
        </p:txBody>
      </p:sp>
    </p:spTree>
    <p:extLst>
      <p:ext uri="{BB962C8B-B14F-4D97-AF65-F5344CB8AC3E}">
        <p14:creationId xmlns:p14="http://schemas.microsoft.com/office/powerpoint/2010/main" val="3677645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779479" cy="369332"/>
          </a:xfrm>
          <a:prstGeom prst="rect">
            <a:avLst/>
          </a:prstGeom>
          <a:noFill/>
        </p:spPr>
        <p:txBody>
          <a:bodyPr wrap="none" rtlCol="0">
            <a:spAutoFit/>
          </a:bodyPr>
          <a:lstStyle/>
          <a:p>
            <a:r>
              <a:rPr lang="fr-FR" dirty="0">
                <a:solidFill>
                  <a:schemeClr val="bg1"/>
                </a:solidFill>
              </a:rPr>
              <a:t>Présentation des scénarios</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971600" y="2427734"/>
            <a:ext cx="2900942" cy="2105255"/>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3232683" y="2701697"/>
            <a:ext cx="649935" cy="120358"/>
          </a:xfrm>
          <a:prstGeom prst="rect">
            <a:avLst/>
          </a:prstGeom>
        </p:spPr>
      </p:pic>
      <p:sp>
        <p:nvSpPr>
          <p:cNvPr id="17" name="Forme libre : forme 16">
            <a:extLst>
              <a:ext uri="{FF2B5EF4-FFF2-40B4-BE49-F238E27FC236}">
                <a16:creationId xmlns:a16="http://schemas.microsoft.com/office/drawing/2014/main" id="{ABB234C2-2A9A-46B5-8707-B305F7B0B454}"/>
              </a:ext>
            </a:extLst>
          </p:cNvPr>
          <p:cNvSpPr/>
          <p:nvPr/>
        </p:nvSpPr>
        <p:spPr>
          <a:xfrm>
            <a:off x="1478088" y="3702247"/>
            <a:ext cx="224783" cy="291262"/>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1687279" y="4138738"/>
            <a:ext cx="87161" cy="79435"/>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a:extLst>
              <a:ext uri="{FF2B5EF4-FFF2-40B4-BE49-F238E27FC236}">
                <a16:creationId xmlns:a16="http://schemas.microsoft.com/office/drawing/2014/main" id="{5A93B734-481E-4344-A3C6-56411EE3EE8D}"/>
              </a:ext>
            </a:extLst>
          </p:cNvPr>
          <p:cNvPicPr>
            <a:picLocks noChangeAspect="1"/>
          </p:cNvPicPr>
          <p:nvPr/>
        </p:nvPicPr>
        <p:blipFill>
          <a:blip r:embed="rId3"/>
          <a:stretch>
            <a:fillRect/>
          </a:stretch>
        </p:blipFill>
        <p:spPr>
          <a:xfrm>
            <a:off x="5436096" y="2426661"/>
            <a:ext cx="2900942" cy="2105255"/>
          </a:xfrm>
          <a:prstGeom prst="rect">
            <a:avLst/>
          </a:prstGeom>
        </p:spPr>
      </p:pic>
      <p:pic>
        <p:nvPicPr>
          <p:cNvPr id="21" name="Graphique 20">
            <a:extLst>
              <a:ext uri="{FF2B5EF4-FFF2-40B4-BE49-F238E27FC236}">
                <a16:creationId xmlns:a16="http://schemas.microsoft.com/office/drawing/2014/main" id="{8873A41C-198E-4525-B0D2-790711FD05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697179" y="2700624"/>
            <a:ext cx="649935" cy="120358"/>
          </a:xfrm>
          <a:prstGeom prst="rect">
            <a:avLst/>
          </a:prstGeom>
        </p:spPr>
      </p:pic>
      <p:sp>
        <p:nvSpPr>
          <p:cNvPr id="22" name="Forme libre : forme 21">
            <a:extLst>
              <a:ext uri="{FF2B5EF4-FFF2-40B4-BE49-F238E27FC236}">
                <a16:creationId xmlns:a16="http://schemas.microsoft.com/office/drawing/2014/main" id="{C981711B-C3B0-4895-A1BC-F699B5499C6B}"/>
              </a:ext>
            </a:extLst>
          </p:cNvPr>
          <p:cNvSpPr/>
          <p:nvPr/>
        </p:nvSpPr>
        <p:spPr>
          <a:xfrm>
            <a:off x="5942584" y="3701174"/>
            <a:ext cx="224783" cy="291262"/>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Forme libre : forme 22">
            <a:extLst>
              <a:ext uri="{FF2B5EF4-FFF2-40B4-BE49-F238E27FC236}">
                <a16:creationId xmlns:a16="http://schemas.microsoft.com/office/drawing/2014/main" id="{B052170F-ED65-4A8E-847F-1BF9BF906B22}"/>
              </a:ext>
            </a:extLst>
          </p:cNvPr>
          <p:cNvSpPr/>
          <p:nvPr/>
        </p:nvSpPr>
        <p:spPr>
          <a:xfrm>
            <a:off x="6151775" y="4137665"/>
            <a:ext cx="87161" cy="79435"/>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 name="Connecteur droit 3">
            <a:extLst>
              <a:ext uri="{FF2B5EF4-FFF2-40B4-BE49-F238E27FC236}">
                <a16:creationId xmlns:a16="http://schemas.microsoft.com/office/drawing/2014/main" id="{6F5A5249-8C92-47A1-92B7-93452898E417}"/>
              </a:ext>
            </a:extLst>
          </p:cNvPr>
          <p:cNvCxnSpPr/>
          <p:nvPr/>
        </p:nvCxnSpPr>
        <p:spPr>
          <a:xfrm>
            <a:off x="4644008" y="699542"/>
            <a:ext cx="0" cy="3744416"/>
          </a:xfrm>
          <a:prstGeom prst="line">
            <a:avLst/>
          </a:prstGeom>
          <a:ln>
            <a:solidFill>
              <a:schemeClr val="tx1"/>
            </a:solidFill>
            <a:headEnd type="none" w="med" len="med"/>
            <a:tailEnd type="none" w="med" len="med"/>
          </a:ln>
          <a:effectLst/>
        </p:spPr>
        <p:style>
          <a:lnRef idx="3">
            <a:schemeClr val="accent3"/>
          </a:lnRef>
          <a:fillRef idx="0">
            <a:schemeClr val="accent3"/>
          </a:fillRef>
          <a:effectRef idx="2">
            <a:schemeClr val="accent3"/>
          </a:effectRef>
          <a:fontRef idx="minor">
            <a:schemeClr val="tx1"/>
          </a:fontRef>
        </p:style>
      </p:cxnSp>
      <p:sp>
        <p:nvSpPr>
          <p:cNvPr id="24" name="Triangle isocèle 23">
            <a:extLst>
              <a:ext uri="{FF2B5EF4-FFF2-40B4-BE49-F238E27FC236}">
                <a16:creationId xmlns:a16="http://schemas.microsoft.com/office/drawing/2014/main" id="{16C5CBAB-41FE-44ED-935C-4369F0E80B53}"/>
              </a:ext>
            </a:extLst>
          </p:cNvPr>
          <p:cNvSpPr/>
          <p:nvPr/>
        </p:nvSpPr>
        <p:spPr>
          <a:xfrm rot="14268662">
            <a:off x="2953257" y="3142098"/>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Triangle isocèle 25">
            <a:extLst>
              <a:ext uri="{FF2B5EF4-FFF2-40B4-BE49-F238E27FC236}">
                <a16:creationId xmlns:a16="http://schemas.microsoft.com/office/drawing/2014/main" id="{637F567D-13C7-4F6B-817C-B5D05C312C37}"/>
              </a:ext>
            </a:extLst>
          </p:cNvPr>
          <p:cNvSpPr/>
          <p:nvPr/>
        </p:nvSpPr>
        <p:spPr>
          <a:xfrm rot="14268662">
            <a:off x="2920160" y="3000834"/>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910A0DE6-1784-41BB-9FE4-30FC11D8E5BA}"/>
              </a:ext>
            </a:extLst>
          </p:cNvPr>
          <p:cNvSpPr/>
          <p:nvPr/>
        </p:nvSpPr>
        <p:spPr>
          <a:xfrm rot="14268662">
            <a:off x="3117653" y="3005767"/>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1E2A877A-F747-42E8-BFC8-0DE35DA2DA37}"/>
              </a:ext>
            </a:extLst>
          </p:cNvPr>
          <p:cNvSpPr/>
          <p:nvPr/>
        </p:nvSpPr>
        <p:spPr>
          <a:xfrm rot="19693001" flipV="1">
            <a:off x="2657264" y="3329209"/>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D1089C62-37D4-4650-9114-460531807E95}"/>
              </a:ext>
            </a:extLst>
          </p:cNvPr>
          <p:cNvSpPr/>
          <p:nvPr/>
        </p:nvSpPr>
        <p:spPr>
          <a:xfrm>
            <a:off x="2822806" y="2931790"/>
            <a:ext cx="460735" cy="38239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Triangle isocèle 34">
            <a:extLst>
              <a:ext uri="{FF2B5EF4-FFF2-40B4-BE49-F238E27FC236}">
                <a16:creationId xmlns:a16="http://schemas.microsoft.com/office/drawing/2014/main" id="{3480BCB2-1A15-401E-8979-B4406BF3085F}"/>
              </a:ext>
            </a:extLst>
          </p:cNvPr>
          <p:cNvSpPr/>
          <p:nvPr/>
        </p:nvSpPr>
        <p:spPr>
          <a:xfrm rot="14268662">
            <a:off x="7373401" y="3195244"/>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Triangle isocèle 35">
            <a:extLst>
              <a:ext uri="{FF2B5EF4-FFF2-40B4-BE49-F238E27FC236}">
                <a16:creationId xmlns:a16="http://schemas.microsoft.com/office/drawing/2014/main" id="{89AF5CFC-E50A-42A6-8A93-4BD8618F1945}"/>
              </a:ext>
            </a:extLst>
          </p:cNvPr>
          <p:cNvSpPr/>
          <p:nvPr/>
        </p:nvSpPr>
        <p:spPr>
          <a:xfrm rot="14268662">
            <a:off x="7340304" y="3053980"/>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Triangle isocèle 36">
            <a:extLst>
              <a:ext uri="{FF2B5EF4-FFF2-40B4-BE49-F238E27FC236}">
                <a16:creationId xmlns:a16="http://schemas.microsoft.com/office/drawing/2014/main" id="{75D2AF94-CFB3-481D-B0E1-B78E2DD2BEDE}"/>
              </a:ext>
            </a:extLst>
          </p:cNvPr>
          <p:cNvSpPr/>
          <p:nvPr/>
        </p:nvSpPr>
        <p:spPr>
          <a:xfrm rot="14268662">
            <a:off x="7537797" y="3058913"/>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37">
            <a:extLst>
              <a:ext uri="{FF2B5EF4-FFF2-40B4-BE49-F238E27FC236}">
                <a16:creationId xmlns:a16="http://schemas.microsoft.com/office/drawing/2014/main" id="{6A5A4277-142E-4C7B-A404-289FBB4C3117}"/>
              </a:ext>
            </a:extLst>
          </p:cNvPr>
          <p:cNvSpPr/>
          <p:nvPr/>
        </p:nvSpPr>
        <p:spPr>
          <a:xfrm>
            <a:off x="7242950" y="2984936"/>
            <a:ext cx="460735" cy="38239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A142E11-1F71-4A83-ADD3-68B6DE7E778D}"/>
              </a:ext>
            </a:extLst>
          </p:cNvPr>
          <p:cNvSpPr txBox="1"/>
          <p:nvPr/>
        </p:nvSpPr>
        <p:spPr>
          <a:xfrm>
            <a:off x="2669513" y="3369134"/>
            <a:ext cx="303288" cy="261610"/>
          </a:xfrm>
          <a:prstGeom prst="rect">
            <a:avLst/>
          </a:prstGeom>
          <a:noFill/>
        </p:spPr>
        <p:txBody>
          <a:bodyPr wrap="none" rtlCol="0">
            <a:spAutoFit/>
          </a:bodyPr>
          <a:lstStyle/>
          <a:p>
            <a:r>
              <a:rPr lang="fr-FR" sz="1050" dirty="0"/>
              <a:t>t1</a:t>
            </a:r>
            <a:endParaRPr lang="fr-FR" dirty="0"/>
          </a:p>
        </p:txBody>
      </p:sp>
      <p:sp>
        <p:nvSpPr>
          <p:cNvPr id="40" name="ZoneTexte 39">
            <a:extLst>
              <a:ext uri="{FF2B5EF4-FFF2-40B4-BE49-F238E27FC236}">
                <a16:creationId xmlns:a16="http://schemas.microsoft.com/office/drawing/2014/main" id="{49C4B300-5E4B-45FF-B031-5FADC14508F4}"/>
              </a:ext>
            </a:extLst>
          </p:cNvPr>
          <p:cNvSpPr txBox="1"/>
          <p:nvPr/>
        </p:nvSpPr>
        <p:spPr>
          <a:xfrm>
            <a:off x="3093378" y="3246684"/>
            <a:ext cx="351378" cy="253916"/>
          </a:xfrm>
          <a:prstGeom prst="rect">
            <a:avLst/>
          </a:prstGeom>
          <a:noFill/>
        </p:spPr>
        <p:txBody>
          <a:bodyPr wrap="none" rtlCol="0">
            <a:spAutoFit/>
          </a:bodyPr>
          <a:lstStyle/>
          <a:p>
            <a:r>
              <a:rPr lang="fr-FR" sz="1050" dirty="0"/>
              <a:t>t3s</a:t>
            </a:r>
            <a:endParaRPr lang="fr-FR" dirty="0"/>
          </a:p>
        </p:txBody>
      </p:sp>
      <p:sp>
        <p:nvSpPr>
          <p:cNvPr id="41" name="ZoneTexte 40">
            <a:extLst>
              <a:ext uri="{FF2B5EF4-FFF2-40B4-BE49-F238E27FC236}">
                <a16:creationId xmlns:a16="http://schemas.microsoft.com/office/drawing/2014/main" id="{8B67ADA7-3BDC-429F-8E45-E7B755F97CCE}"/>
              </a:ext>
            </a:extLst>
          </p:cNvPr>
          <p:cNvSpPr txBox="1"/>
          <p:nvPr/>
        </p:nvSpPr>
        <p:spPr>
          <a:xfrm>
            <a:off x="7526274" y="3304690"/>
            <a:ext cx="351378" cy="253916"/>
          </a:xfrm>
          <a:prstGeom prst="rect">
            <a:avLst/>
          </a:prstGeom>
          <a:noFill/>
        </p:spPr>
        <p:txBody>
          <a:bodyPr wrap="none" rtlCol="0">
            <a:spAutoFit/>
          </a:bodyPr>
          <a:lstStyle/>
          <a:p>
            <a:r>
              <a:rPr lang="fr-FR" sz="1050" dirty="0"/>
              <a:t>t2s</a:t>
            </a:r>
            <a:endParaRPr lang="fr-FR" dirty="0"/>
          </a:p>
        </p:txBody>
      </p:sp>
      <p:sp>
        <p:nvSpPr>
          <p:cNvPr id="42" name="Rectangle 41">
            <a:extLst>
              <a:ext uri="{FF2B5EF4-FFF2-40B4-BE49-F238E27FC236}">
                <a16:creationId xmlns:a16="http://schemas.microsoft.com/office/drawing/2014/main" id="{CE8CB07C-E7FE-4E46-BD8E-095BFEC1E44B}"/>
              </a:ext>
            </a:extLst>
          </p:cNvPr>
          <p:cNvSpPr/>
          <p:nvPr/>
        </p:nvSpPr>
        <p:spPr>
          <a:xfrm rot="3827685">
            <a:off x="1043588" y="3966678"/>
            <a:ext cx="645538" cy="349833"/>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3" name="Ellipse 42">
            <a:extLst>
              <a:ext uri="{FF2B5EF4-FFF2-40B4-BE49-F238E27FC236}">
                <a16:creationId xmlns:a16="http://schemas.microsoft.com/office/drawing/2014/main" id="{3D447EF8-361D-4567-B56F-A032029CCEDC}"/>
              </a:ext>
            </a:extLst>
          </p:cNvPr>
          <p:cNvSpPr/>
          <p:nvPr/>
        </p:nvSpPr>
        <p:spPr>
          <a:xfrm>
            <a:off x="1380764" y="391877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53491B54-874A-4A87-A24A-4C78378A85AC}"/>
              </a:ext>
            </a:extLst>
          </p:cNvPr>
          <p:cNvSpPr/>
          <p:nvPr/>
        </p:nvSpPr>
        <p:spPr>
          <a:xfrm>
            <a:off x="1499823" y="427881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llipse 44">
            <a:extLst>
              <a:ext uri="{FF2B5EF4-FFF2-40B4-BE49-F238E27FC236}">
                <a16:creationId xmlns:a16="http://schemas.microsoft.com/office/drawing/2014/main" id="{8AB7F22D-D85E-4E6C-86B7-BECF55F2036A}"/>
              </a:ext>
            </a:extLst>
          </p:cNvPr>
          <p:cNvSpPr/>
          <p:nvPr/>
        </p:nvSpPr>
        <p:spPr>
          <a:xfrm>
            <a:off x="1355807" y="4037007"/>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Ellipse 45">
            <a:extLst>
              <a:ext uri="{FF2B5EF4-FFF2-40B4-BE49-F238E27FC236}">
                <a16:creationId xmlns:a16="http://schemas.microsoft.com/office/drawing/2014/main" id="{F41B25F5-4880-4B11-A68B-1F8878DB01C6}"/>
              </a:ext>
            </a:extLst>
          </p:cNvPr>
          <p:cNvSpPr/>
          <p:nvPr/>
        </p:nvSpPr>
        <p:spPr>
          <a:xfrm>
            <a:off x="1258251" y="3936237"/>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llipse 46">
            <a:extLst>
              <a:ext uri="{FF2B5EF4-FFF2-40B4-BE49-F238E27FC236}">
                <a16:creationId xmlns:a16="http://schemas.microsoft.com/office/drawing/2014/main" id="{FC66133B-DD59-4E80-8FEC-F2BC22782EC2}"/>
              </a:ext>
            </a:extLst>
          </p:cNvPr>
          <p:cNvSpPr/>
          <p:nvPr/>
        </p:nvSpPr>
        <p:spPr>
          <a:xfrm>
            <a:off x="1453131" y="4114805"/>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47">
            <a:extLst>
              <a:ext uri="{FF2B5EF4-FFF2-40B4-BE49-F238E27FC236}">
                <a16:creationId xmlns:a16="http://schemas.microsoft.com/office/drawing/2014/main" id="{23DC9F66-F833-4E59-8580-7EBB3FDF3DA0}"/>
              </a:ext>
            </a:extLst>
          </p:cNvPr>
          <p:cNvSpPr/>
          <p:nvPr/>
        </p:nvSpPr>
        <p:spPr>
          <a:xfrm rot="3827685">
            <a:off x="5461392" y="3943818"/>
            <a:ext cx="645538" cy="349833"/>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9" name="Ellipse 48">
            <a:extLst>
              <a:ext uri="{FF2B5EF4-FFF2-40B4-BE49-F238E27FC236}">
                <a16:creationId xmlns:a16="http://schemas.microsoft.com/office/drawing/2014/main" id="{879E0AA6-9EC4-45D4-9BBA-D6F25A71B668}"/>
              </a:ext>
            </a:extLst>
          </p:cNvPr>
          <p:cNvSpPr/>
          <p:nvPr/>
        </p:nvSpPr>
        <p:spPr>
          <a:xfrm>
            <a:off x="5798568" y="389591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CE68E374-96CE-4409-8FAB-0B1011F91FA2}"/>
              </a:ext>
            </a:extLst>
          </p:cNvPr>
          <p:cNvSpPr/>
          <p:nvPr/>
        </p:nvSpPr>
        <p:spPr>
          <a:xfrm>
            <a:off x="5917627" y="425595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72A268E2-9EF2-4248-B406-994445C97090}"/>
              </a:ext>
            </a:extLst>
          </p:cNvPr>
          <p:cNvSpPr/>
          <p:nvPr/>
        </p:nvSpPr>
        <p:spPr>
          <a:xfrm>
            <a:off x="5773611" y="4014147"/>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llipse 51">
            <a:extLst>
              <a:ext uri="{FF2B5EF4-FFF2-40B4-BE49-F238E27FC236}">
                <a16:creationId xmlns:a16="http://schemas.microsoft.com/office/drawing/2014/main" id="{DA413901-52F5-4121-A836-8ED1660457A7}"/>
              </a:ext>
            </a:extLst>
          </p:cNvPr>
          <p:cNvSpPr/>
          <p:nvPr/>
        </p:nvSpPr>
        <p:spPr>
          <a:xfrm>
            <a:off x="5676055" y="3913377"/>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Ellipse 52">
            <a:extLst>
              <a:ext uri="{FF2B5EF4-FFF2-40B4-BE49-F238E27FC236}">
                <a16:creationId xmlns:a16="http://schemas.microsoft.com/office/drawing/2014/main" id="{1A31005E-C565-4D0B-ACF0-EA07AD4062F1}"/>
              </a:ext>
            </a:extLst>
          </p:cNvPr>
          <p:cNvSpPr/>
          <p:nvPr/>
        </p:nvSpPr>
        <p:spPr>
          <a:xfrm>
            <a:off x="5870935" y="4091945"/>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Ellipse 53">
            <a:extLst>
              <a:ext uri="{FF2B5EF4-FFF2-40B4-BE49-F238E27FC236}">
                <a16:creationId xmlns:a16="http://schemas.microsoft.com/office/drawing/2014/main" id="{4D25BF56-B76A-4D5C-9544-41EF3C002DE1}"/>
              </a:ext>
            </a:extLst>
          </p:cNvPr>
          <p:cNvSpPr/>
          <p:nvPr/>
        </p:nvSpPr>
        <p:spPr>
          <a:xfrm>
            <a:off x="8259299" y="5860662"/>
            <a:ext cx="101600" cy="996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cxnSp>
        <p:nvCxnSpPr>
          <p:cNvPr id="55" name="Connecteur droit 54">
            <a:extLst>
              <a:ext uri="{FF2B5EF4-FFF2-40B4-BE49-F238E27FC236}">
                <a16:creationId xmlns:a16="http://schemas.microsoft.com/office/drawing/2014/main" id="{CA086315-AF2F-42CF-9992-C606195C488B}"/>
              </a:ext>
            </a:extLst>
          </p:cNvPr>
          <p:cNvCxnSpPr/>
          <p:nvPr/>
        </p:nvCxnSpPr>
        <p:spPr>
          <a:xfrm>
            <a:off x="8183099" y="5960277"/>
            <a:ext cx="254000" cy="0"/>
          </a:xfrm>
          <a:prstGeom prst="line">
            <a:avLst/>
          </a:prstGeom>
        </p:spPr>
        <p:style>
          <a:lnRef idx="3">
            <a:schemeClr val="dk1"/>
          </a:lnRef>
          <a:fillRef idx="0">
            <a:schemeClr val="dk1"/>
          </a:fillRef>
          <a:effectRef idx="2">
            <a:schemeClr val="dk1"/>
          </a:effectRef>
          <a:fontRef idx="minor">
            <a:schemeClr val="tx1"/>
          </a:fontRef>
        </p:style>
      </p:cxnSp>
      <p:sp>
        <p:nvSpPr>
          <p:cNvPr id="56" name="Ellipse 55">
            <a:extLst>
              <a:ext uri="{FF2B5EF4-FFF2-40B4-BE49-F238E27FC236}">
                <a16:creationId xmlns:a16="http://schemas.microsoft.com/office/drawing/2014/main" id="{2E1D42ED-B533-4B20-B5D9-456E3C560572}"/>
              </a:ext>
            </a:extLst>
          </p:cNvPr>
          <p:cNvSpPr/>
          <p:nvPr/>
        </p:nvSpPr>
        <p:spPr>
          <a:xfrm>
            <a:off x="1819091" y="3944600"/>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7" name="Connecteur droit 56">
            <a:extLst>
              <a:ext uri="{FF2B5EF4-FFF2-40B4-BE49-F238E27FC236}">
                <a16:creationId xmlns:a16="http://schemas.microsoft.com/office/drawing/2014/main" id="{E1D78BCE-E76F-44E7-9B16-6D0208FD1391}"/>
              </a:ext>
            </a:extLst>
          </p:cNvPr>
          <p:cNvCxnSpPr/>
          <p:nvPr/>
        </p:nvCxnSpPr>
        <p:spPr>
          <a:xfrm>
            <a:off x="1761941" y="4019310"/>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58" name="Ellipse 57">
            <a:extLst>
              <a:ext uri="{FF2B5EF4-FFF2-40B4-BE49-F238E27FC236}">
                <a16:creationId xmlns:a16="http://schemas.microsoft.com/office/drawing/2014/main" id="{67C8A0E3-E30D-4E91-86B2-B54A64E9F5EE}"/>
              </a:ext>
            </a:extLst>
          </p:cNvPr>
          <p:cNvSpPr/>
          <p:nvPr/>
        </p:nvSpPr>
        <p:spPr>
          <a:xfrm>
            <a:off x="2123720" y="375189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9" name="Connecteur droit 58">
            <a:extLst>
              <a:ext uri="{FF2B5EF4-FFF2-40B4-BE49-F238E27FC236}">
                <a16:creationId xmlns:a16="http://schemas.microsoft.com/office/drawing/2014/main" id="{46C89B8D-8C83-4E33-AAED-97566664E13F}"/>
              </a:ext>
            </a:extLst>
          </p:cNvPr>
          <p:cNvCxnSpPr>
            <a:cxnSpLocks/>
          </p:cNvCxnSpPr>
          <p:nvPr/>
        </p:nvCxnSpPr>
        <p:spPr>
          <a:xfrm>
            <a:off x="2161820" y="360511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60" name="Triangle isocèle 59">
            <a:extLst>
              <a:ext uri="{FF2B5EF4-FFF2-40B4-BE49-F238E27FC236}">
                <a16:creationId xmlns:a16="http://schemas.microsoft.com/office/drawing/2014/main" id="{A0DB1166-5FB0-4161-BF5B-A487CC4DD144}"/>
              </a:ext>
            </a:extLst>
          </p:cNvPr>
          <p:cNvSpPr/>
          <p:nvPr/>
        </p:nvSpPr>
        <p:spPr>
          <a:xfrm rot="5400000">
            <a:off x="2158919" y="360072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1" name="Ellipse 60">
            <a:extLst>
              <a:ext uri="{FF2B5EF4-FFF2-40B4-BE49-F238E27FC236}">
                <a16:creationId xmlns:a16="http://schemas.microsoft.com/office/drawing/2014/main" id="{97F0DFE5-769F-4427-8AB2-22EC33A85D47}"/>
              </a:ext>
            </a:extLst>
          </p:cNvPr>
          <p:cNvSpPr/>
          <p:nvPr/>
        </p:nvSpPr>
        <p:spPr>
          <a:xfrm>
            <a:off x="2513100" y="3431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2" name="Connecteur droit 61">
            <a:extLst>
              <a:ext uri="{FF2B5EF4-FFF2-40B4-BE49-F238E27FC236}">
                <a16:creationId xmlns:a16="http://schemas.microsoft.com/office/drawing/2014/main" id="{52784EA4-28B2-4CBF-85D8-D2D77971D1F0}"/>
              </a:ext>
            </a:extLst>
          </p:cNvPr>
          <p:cNvCxnSpPr>
            <a:cxnSpLocks/>
          </p:cNvCxnSpPr>
          <p:nvPr/>
        </p:nvCxnSpPr>
        <p:spPr>
          <a:xfrm>
            <a:off x="2551200" y="3284490"/>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63" name="Triangle isocèle 62">
            <a:extLst>
              <a:ext uri="{FF2B5EF4-FFF2-40B4-BE49-F238E27FC236}">
                <a16:creationId xmlns:a16="http://schemas.microsoft.com/office/drawing/2014/main" id="{93A08FE6-03D6-481E-BFB5-8E5CC867F096}"/>
              </a:ext>
            </a:extLst>
          </p:cNvPr>
          <p:cNvSpPr/>
          <p:nvPr/>
        </p:nvSpPr>
        <p:spPr>
          <a:xfrm rot="5400000">
            <a:off x="2548299" y="3280099"/>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7" name="Ellipse 66">
            <a:extLst>
              <a:ext uri="{FF2B5EF4-FFF2-40B4-BE49-F238E27FC236}">
                <a16:creationId xmlns:a16="http://schemas.microsoft.com/office/drawing/2014/main" id="{870561D0-D39C-467E-BE03-030779EC02B5}"/>
              </a:ext>
            </a:extLst>
          </p:cNvPr>
          <p:cNvSpPr/>
          <p:nvPr/>
        </p:nvSpPr>
        <p:spPr>
          <a:xfrm>
            <a:off x="6277437" y="3944600"/>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8" name="Connecteur droit 67">
            <a:extLst>
              <a:ext uri="{FF2B5EF4-FFF2-40B4-BE49-F238E27FC236}">
                <a16:creationId xmlns:a16="http://schemas.microsoft.com/office/drawing/2014/main" id="{45DAF23B-EED3-44C8-BA01-89C4BF9E6B28}"/>
              </a:ext>
            </a:extLst>
          </p:cNvPr>
          <p:cNvCxnSpPr/>
          <p:nvPr/>
        </p:nvCxnSpPr>
        <p:spPr>
          <a:xfrm>
            <a:off x="6220287" y="4019310"/>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69" name="Ellipse 68">
            <a:extLst>
              <a:ext uri="{FF2B5EF4-FFF2-40B4-BE49-F238E27FC236}">
                <a16:creationId xmlns:a16="http://schemas.microsoft.com/office/drawing/2014/main" id="{4D988484-A368-49B1-BD2F-992E9DA3F089}"/>
              </a:ext>
            </a:extLst>
          </p:cNvPr>
          <p:cNvSpPr/>
          <p:nvPr/>
        </p:nvSpPr>
        <p:spPr>
          <a:xfrm>
            <a:off x="6582066" y="375189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70" name="Connecteur droit 69">
            <a:extLst>
              <a:ext uri="{FF2B5EF4-FFF2-40B4-BE49-F238E27FC236}">
                <a16:creationId xmlns:a16="http://schemas.microsoft.com/office/drawing/2014/main" id="{6BE6C8A1-CB03-488E-BB28-48CC9D61C142}"/>
              </a:ext>
            </a:extLst>
          </p:cNvPr>
          <p:cNvCxnSpPr>
            <a:cxnSpLocks/>
          </p:cNvCxnSpPr>
          <p:nvPr/>
        </p:nvCxnSpPr>
        <p:spPr>
          <a:xfrm>
            <a:off x="6620166" y="360511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71" name="Triangle isocèle 70">
            <a:extLst>
              <a:ext uri="{FF2B5EF4-FFF2-40B4-BE49-F238E27FC236}">
                <a16:creationId xmlns:a16="http://schemas.microsoft.com/office/drawing/2014/main" id="{22239B2C-6586-45E4-8871-21A03CE2843D}"/>
              </a:ext>
            </a:extLst>
          </p:cNvPr>
          <p:cNvSpPr/>
          <p:nvPr/>
        </p:nvSpPr>
        <p:spPr>
          <a:xfrm rot="5400000">
            <a:off x="6617265" y="360072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2" name="Ellipse 71">
            <a:extLst>
              <a:ext uri="{FF2B5EF4-FFF2-40B4-BE49-F238E27FC236}">
                <a16:creationId xmlns:a16="http://schemas.microsoft.com/office/drawing/2014/main" id="{3298B16A-8464-4D4D-AE9E-1B80B57EB8F3}"/>
              </a:ext>
            </a:extLst>
          </p:cNvPr>
          <p:cNvSpPr/>
          <p:nvPr/>
        </p:nvSpPr>
        <p:spPr>
          <a:xfrm>
            <a:off x="6971446" y="3431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73" name="Connecteur droit 72">
            <a:extLst>
              <a:ext uri="{FF2B5EF4-FFF2-40B4-BE49-F238E27FC236}">
                <a16:creationId xmlns:a16="http://schemas.microsoft.com/office/drawing/2014/main" id="{D8F381EF-484B-48FB-B672-9EF7A94B4523}"/>
              </a:ext>
            </a:extLst>
          </p:cNvPr>
          <p:cNvCxnSpPr>
            <a:cxnSpLocks/>
          </p:cNvCxnSpPr>
          <p:nvPr/>
        </p:nvCxnSpPr>
        <p:spPr>
          <a:xfrm>
            <a:off x="7009546" y="3284490"/>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74" name="Triangle isocèle 73">
            <a:extLst>
              <a:ext uri="{FF2B5EF4-FFF2-40B4-BE49-F238E27FC236}">
                <a16:creationId xmlns:a16="http://schemas.microsoft.com/office/drawing/2014/main" id="{46CBA573-2FA5-4948-849D-57F8D2A2AFFF}"/>
              </a:ext>
            </a:extLst>
          </p:cNvPr>
          <p:cNvSpPr/>
          <p:nvPr/>
        </p:nvSpPr>
        <p:spPr>
          <a:xfrm rot="5400000">
            <a:off x="7006645" y="3280099"/>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5" name="Ellipse 74">
            <a:extLst>
              <a:ext uri="{FF2B5EF4-FFF2-40B4-BE49-F238E27FC236}">
                <a16:creationId xmlns:a16="http://schemas.microsoft.com/office/drawing/2014/main" id="{8C49052E-6AA3-44D8-841F-7ECF341C00E8}"/>
              </a:ext>
            </a:extLst>
          </p:cNvPr>
          <p:cNvSpPr/>
          <p:nvPr/>
        </p:nvSpPr>
        <p:spPr>
          <a:xfrm>
            <a:off x="1542083" y="3667205"/>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8" name="Ellipse 77">
            <a:extLst>
              <a:ext uri="{FF2B5EF4-FFF2-40B4-BE49-F238E27FC236}">
                <a16:creationId xmlns:a16="http://schemas.microsoft.com/office/drawing/2014/main" id="{E65CCF01-D61B-49B6-86D6-70B9176B1257}"/>
              </a:ext>
            </a:extLst>
          </p:cNvPr>
          <p:cNvSpPr/>
          <p:nvPr/>
        </p:nvSpPr>
        <p:spPr>
          <a:xfrm>
            <a:off x="1853404" y="3443727"/>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9" name="Ellipse 78">
            <a:extLst>
              <a:ext uri="{FF2B5EF4-FFF2-40B4-BE49-F238E27FC236}">
                <a16:creationId xmlns:a16="http://schemas.microsoft.com/office/drawing/2014/main" id="{F5EA30AC-E588-4A65-911A-786543E80D10}"/>
              </a:ext>
            </a:extLst>
          </p:cNvPr>
          <p:cNvSpPr/>
          <p:nvPr/>
        </p:nvSpPr>
        <p:spPr>
          <a:xfrm>
            <a:off x="2235400" y="3137909"/>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80" name="Ellipse 79">
            <a:extLst>
              <a:ext uri="{FF2B5EF4-FFF2-40B4-BE49-F238E27FC236}">
                <a16:creationId xmlns:a16="http://schemas.microsoft.com/office/drawing/2014/main" id="{369FBA17-FA0D-46F4-B852-0413FBC736BB}"/>
              </a:ext>
            </a:extLst>
          </p:cNvPr>
          <p:cNvSpPr/>
          <p:nvPr/>
        </p:nvSpPr>
        <p:spPr>
          <a:xfrm>
            <a:off x="5992131" y="3681718"/>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82" name="Ellipse 81">
            <a:extLst>
              <a:ext uri="{FF2B5EF4-FFF2-40B4-BE49-F238E27FC236}">
                <a16:creationId xmlns:a16="http://schemas.microsoft.com/office/drawing/2014/main" id="{9E368B76-F026-484B-928F-3FCD3D77241D}"/>
              </a:ext>
            </a:extLst>
          </p:cNvPr>
          <p:cNvSpPr/>
          <p:nvPr/>
        </p:nvSpPr>
        <p:spPr>
          <a:xfrm>
            <a:off x="6295333" y="3452755"/>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83" name="Ellipse 82">
            <a:extLst>
              <a:ext uri="{FF2B5EF4-FFF2-40B4-BE49-F238E27FC236}">
                <a16:creationId xmlns:a16="http://schemas.microsoft.com/office/drawing/2014/main" id="{4D368DA6-A7DF-4F38-A5EE-94ABAC86B89E}"/>
              </a:ext>
            </a:extLst>
          </p:cNvPr>
          <p:cNvSpPr/>
          <p:nvPr/>
        </p:nvSpPr>
        <p:spPr>
          <a:xfrm>
            <a:off x="6684094" y="3127524"/>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86" name="Forme libre : forme 85">
            <a:extLst>
              <a:ext uri="{FF2B5EF4-FFF2-40B4-BE49-F238E27FC236}">
                <a16:creationId xmlns:a16="http://schemas.microsoft.com/office/drawing/2014/main" id="{6E1652C6-B5EB-4847-97AF-8814133CB532}"/>
              </a:ext>
            </a:extLst>
          </p:cNvPr>
          <p:cNvSpPr/>
          <p:nvPr/>
        </p:nvSpPr>
        <p:spPr>
          <a:xfrm>
            <a:off x="1531620" y="3444240"/>
            <a:ext cx="1135380" cy="609758"/>
          </a:xfrm>
          <a:custGeom>
            <a:avLst/>
            <a:gdLst>
              <a:gd name="connsiteX0" fmla="*/ 1135380 w 1135380"/>
              <a:gd name="connsiteY0" fmla="*/ 0 h 609758"/>
              <a:gd name="connsiteX1" fmla="*/ 838200 w 1135380"/>
              <a:gd name="connsiteY1" fmla="*/ 259080 h 609758"/>
              <a:gd name="connsiteX2" fmla="*/ 396240 w 1135380"/>
              <a:gd name="connsiteY2" fmla="*/ 525780 h 609758"/>
              <a:gd name="connsiteX3" fmla="*/ 0 w 1135380"/>
              <a:gd name="connsiteY3" fmla="*/ 609600 h 609758"/>
            </a:gdLst>
            <a:ahLst/>
            <a:cxnLst>
              <a:cxn ang="0">
                <a:pos x="connsiteX0" y="connsiteY0"/>
              </a:cxn>
              <a:cxn ang="0">
                <a:pos x="connsiteX1" y="connsiteY1"/>
              </a:cxn>
              <a:cxn ang="0">
                <a:pos x="connsiteX2" y="connsiteY2"/>
              </a:cxn>
              <a:cxn ang="0">
                <a:pos x="connsiteX3" y="connsiteY3"/>
              </a:cxn>
            </a:cxnLst>
            <a:rect l="l" t="t" r="r" b="b"/>
            <a:pathLst>
              <a:path w="1135380" h="609758">
                <a:moveTo>
                  <a:pt x="1135380" y="0"/>
                </a:moveTo>
                <a:cubicBezTo>
                  <a:pt x="1048385" y="85725"/>
                  <a:pt x="961390" y="171450"/>
                  <a:pt x="838200" y="259080"/>
                </a:cubicBezTo>
                <a:cubicBezTo>
                  <a:pt x="715010" y="346710"/>
                  <a:pt x="535940" y="467360"/>
                  <a:pt x="396240" y="525780"/>
                </a:cubicBezTo>
                <a:cubicBezTo>
                  <a:pt x="256540" y="584200"/>
                  <a:pt x="66040" y="612140"/>
                  <a:pt x="0" y="609600"/>
                </a:cubicBezTo>
              </a:path>
            </a:pathLst>
          </a:custGeom>
          <a:noFill/>
          <a:ln w="12700">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Forme libre : forme 86">
            <a:extLst>
              <a:ext uri="{FF2B5EF4-FFF2-40B4-BE49-F238E27FC236}">
                <a16:creationId xmlns:a16="http://schemas.microsoft.com/office/drawing/2014/main" id="{CC2A02E7-BA63-45BA-AD2A-6FDAD63F740B}"/>
              </a:ext>
            </a:extLst>
          </p:cNvPr>
          <p:cNvSpPr/>
          <p:nvPr/>
        </p:nvSpPr>
        <p:spPr>
          <a:xfrm>
            <a:off x="1424940" y="3291840"/>
            <a:ext cx="1524000" cy="790996"/>
          </a:xfrm>
          <a:custGeom>
            <a:avLst/>
            <a:gdLst>
              <a:gd name="connsiteX0" fmla="*/ 1524000 w 1524000"/>
              <a:gd name="connsiteY0" fmla="*/ 0 h 790996"/>
              <a:gd name="connsiteX1" fmla="*/ 1127760 w 1524000"/>
              <a:gd name="connsiteY1" fmla="*/ 350520 h 790996"/>
              <a:gd name="connsiteX2" fmla="*/ 746760 w 1524000"/>
              <a:gd name="connsiteY2" fmla="*/ 609600 h 790996"/>
              <a:gd name="connsiteX3" fmla="*/ 266700 w 1524000"/>
              <a:gd name="connsiteY3" fmla="*/ 769620 h 790996"/>
              <a:gd name="connsiteX4" fmla="*/ 0 w 1524000"/>
              <a:gd name="connsiteY4" fmla="*/ 784860 h 790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790996">
                <a:moveTo>
                  <a:pt x="1524000" y="0"/>
                </a:moveTo>
                <a:cubicBezTo>
                  <a:pt x="1390650" y="124460"/>
                  <a:pt x="1257300" y="248920"/>
                  <a:pt x="1127760" y="350520"/>
                </a:cubicBezTo>
                <a:cubicBezTo>
                  <a:pt x="998220" y="452120"/>
                  <a:pt x="890270" y="539750"/>
                  <a:pt x="746760" y="609600"/>
                </a:cubicBezTo>
                <a:cubicBezTo>
                  <a:pt x="603250" y="679450"/>
                  <a:pt x="391160" y="740410"/>
                  <a:pt x="266700" y="769620"/>
                </a:cubicBezTo>
                <a:cubicBezTo>
                  <a:pt x="142240" y="798830"/>
                  <a:pt x="71120" y="791845"/>
                  <a:pt x="0" y="784860"/>
                </a:cubicBezTo>
              </a:path>
            </a:pathLst>
          </a:custGeom>
          <a:ln>
            <a:prstDash val="sys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sp>
        <p:nvSpPr>
          <p:cNvPr id="88" name="Forme libre : forme 87">
            <a:extLst>
              <a:ext uri="{FF2B5EF4-FFF2-40B4-BE49-F238E27FC236}">
                <a16:creationId xmlns:a16="http://schemas.microsoft.com/office/drawing/2014/main" id="{B2872C78-7B40-42AB-891D-282D92EBD828}"/>
              </a:ext>
            </a:extLst>
          </p:cNvPr>
          <p:cNvSpPr/>
          <p:nvPr/>
        </p:nvSpPr>
        <p:spPr>
          <a:xfrm>
            <a:off x="5867400" y="3314700"/>
            <a:ext cx="1463040" cy="746760"/>
          </a:xfrm>
          <a:custGeom>
            <a:avLst/>
            <a:gdLst>
              <a:gd name="connsiteX0" fmla="*/ 1463040 w 1463040"/>
              <a:gd name="connsiteY0" fmla="*/ 0 h 746760"/>
              <a:gd name="connsiteX1" fmla="*/ 731520 w 1463040"/>
              <a:gd name="connsiteY1" fmla="*/ 601980 h 746760"/>
              <a:gd name="connsiteX2" fmla="*/ 0 w 1463040"/>
              <a:gd name="connsiteY2" fmla="*/ 746760 h 746760"/>
            </a:gdLst>
            <a:ahLst/>
            <a:cxnLst>
              <a:cxn ang="0">
                <a:pos x="connsiteX0" y="connsiteY0"/>
              </a:cxn>
              <a:cxn ang="0">
                <a:pos x="connsiteX1" y="connsiteY1"/>
              </a:cxn>
              <a:cxn ang="0">
                <a:pos x="connsiteX2" y="connsiteY2"/>
              </a:cxn>
            </a:cxnLst>
            <a:rect l="l" t="t" r="r" b="b"/>
            <a:pathLst>
              <a:path w="1463040" h="746760">
                <a:moveTo>
                  <a:pt x="1463040" y="0"/>
                </a:moveTo>
                <a:cubicBezTo>
                  <a:pt x="1219200" y="238760"/>
                  <a:pt x="975360" y="477520"/>
                  <a:pt x="731520" y="601980"/>
                </a:cubicBezTo>
                <a:cubicBezTo>
                  <a:pt x="487680" y="726440"/>
                  <a:pt x="243840" y="736600"/>
                  <a:pt x="0" y="746760"/>
                </a:cubicBezTo>
              </a:path>
            </a:pathLst>
          </a:custGeom>
          <a:noFill/>
          <a:ln w="9525">
            <a:solidFill>
              <a:srgbClr val="00B0F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ZoneTexte 88">
            <a:extLst>
              <a:ext uri="{FF2B5EF4-FFF2-40B4-BE49-F238E27FC236}">
                <a16:creationId xmlns:a16="http://schemas.microsoft.com/office/drawing/2014/main" id="{4B611D1D-BF5E-4224-9F5F-01C729C5612C}"/>
              </a:ext>
            </a:extLst>
          </p:cNvPr>
          <p:cNvSpPr txBox="1"/>
          <p:nvPr/>
        </p:nvSpPr>
        <p:spPr>
          <a:xfrm>
            <a:off x="910951" y="1072179"/>
            <a:ext cx="2928494" cy="646331"/>
          </a:xfrm>
          <a:prstGeom prst="rect">
            <a:avLst/>
          </a:prstGeom>
          <a:noFill/>
        </p:spPr>
        <p:txBody>
          <a:bodyPr wrap="none" rtlCol="0">
            <a:spAutoFit/>
          </a:bodyPr>
          <a:lstStyle/>
          <a:p>
            <a:pPr marL="285750" indent="-285750">
              <a:buFont typeface="Arial" panose="020B0604020202020204" pitchFamily="34" charset="0"/>
              <a:buChar char="•"/>
            </a:pPr>
            <a:r>
              <a:rPr lang="fr-FR" dirty="0">
                <a:solidFill>
                  <a:schemeClr val="bg1"/>
                </a:solidFill>
              </a:rPr>
              <a:t>UUV tier-1 + 5 </a:t>
            </a:r>
            <a:r>
              <a:rPr lang="fr-FR" dirty="0" err="1">
                <a:solidFill>
                  <a:schemeClr val="bg1"/>
                </a:solidFill>
              </a:rPr>
              <a:t>UUVs</a:t>
            </a:r>
            <a:r>
              <a:rPr lang="fr-FR" dirty="0">
                <a:solidFill>
                  <a:schemeClr val="bg1"/>
                </a:solidFill>
              </a:rPr>
              <a:t> tier-3</a:t>
            </a:r>
          </a:p>
          <a:p>
            <a:pPr marL="285750" indent="-285750">
              <a:buFont typeface="Arial" panose="020B0604020202020204" pitchFamily="34" charset="0"/>
              <a:buChar char="•"/>
            </a:pPr>
            <a:r>
              <a:rPr lang="fr-FR" dirty="0">
                <a:solidFill>
                  <a:schemeClr val="bg1"/>
                </a:solidFill>
              </a:rPr>
              <a:t>1 UAV</a:t>
            </a:r>
          </a:p>
        </p:txBody>
      </p:sp>
      <p:sp>
        <p:nvSpPr>
          <p:cNvPr id="91" name="ZoneTexte 90">
            <a:extLst>
              <a:ext uri="{FF2B5EF4-FFF2-40B4-BE49-F238E27FC236}">
                <a16:creationId xmlns:a16="http://schemas.microsoft.com/office/drawing/2014/main" id="{0BD4D810-C90D-4E38-B9A5-0B4E7C1E011E}"/>
              </a:ext>
            </a:extLst>
          </p:cNvPr>
          <p:cNvSpPr txBox="1"/>
          <p:nvPr/>
        </p:nvSpPr>
        <p:spPr>
          <a:xfrm>
            <a:off x="5304555" y="1066149"/>
            <a:ext cx="1715021" cy="646331"/>
          </a:xfrm>
          <a:prstGeom prst="rect">
            <a:avLst/>
          </a:prstGeom>
          <a:noFill/>
        </p:spPr>
        <p:txBody>
          <a:bodyPr wrap="none" rtlCol="0">
            <a:spAutoFit/>
          </a:bodyPr>
          <a:lstStyle/>
          <a:p>
            <a:pPr marL="285750" indent="-285750">
              <a:buFont typeface="Arial" panose="020B0604020202020204" pitchFamily="34" charset="0"/>
              <a:buChar char="•"/>
            </a:pPr>
            <a:r>
              <a:rPr lang="fr-FR" dirty="0">
                <a:solidFill>
                  <a:schemeClr val="bg1"/>
                </a:solidFill>
              </a:rPr>
              <a:t>5 </a:t>
            </a:r>
            <a:r>
              <a:rPr lang="fr-FR" dirty="0" err="1">
                <a:solidFill>
                  <a:schemeClr val="bg1"/>
                </a:solidFill>
              </a:rPr>
              <a:t>UUVs</a:t>
            </a:r>
            <a:r>
              <a:rPr lang="fr-FR" dirty="0">
                <a:solidFill>
                  <a:schemeClr val="bg1"/>
                </a:solidFill>
              </a:rPr>
              <a:t> tier-2</a:t>
            </a:r>
          </a:p>
          <a:p>
            <a:pPr marL="285750" indent="-285750">
              <a:buFont typeface="Arial" panose="020B0604020202020204" pitchFamily="34" charset="0"/>
              <a:buChar char="•"/>
            </a:pPr>
            <a:r>
              <a:rPr lang="fr-FR" dirty="0">
                <a:solidFill>
                  <a:schemeClr val="bg1"/>
                </a:solidFill>
              </a:rPr>
              <a:t>1 UAV</a:t>
            </a:r>
          </a:p>
        </p:txBody>
      </p:sp>
    </p:spTree>
    <p:extLst>
      <p:ext uri="{BB962C8B-B14F-4D97-AF65-F5344CB8AC3E}">
        <p14:creationId xmlns:p14="http://schemas.microsoft.com/office/powerpoint/2010/main" val="2871380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769622" cy="369332"/>
          </a:xfrm>
          <a:prstGeom prst="rect">
            <a:avLst/>
          </a:prstGeom>
          <a:noFill/>
        </p:spPr>
        <p:txBody>
          <a:bodyPr wrap="none" rtlCol="0">
            <a:spAutoFit/>
          </a:bodyPr>
          <a:lstStyle/>
          <a:p>
            <a:r>
              <a:rPr lang="fr-FR" dirty="0">
                <a:solidFill>
                  <a:schemeClr val="bg1"/>
                </a:solidFill>
              </a:rPr>
              <a:t>USE CASE 1&amp;2: Paramètres de mission</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887806" y="807051"/>
            <a:ext cx="4573780" cy="3319258"/>
          </a:xfrm>
          <a:prstGeom prst="rect">
            <a:avLst/>
          </a:prstGeom>
        </p:spPr>
      </p:pic>
      <p:sp>
        <p:nvSpPr>
          <p:cNvPr id="32" name="Ellipse 31">
            <a:extLst>
              <a:ext uri="{FF2B5EF4-FFF2-40B4-BE49-F238E27FC236}">
                <a16:creationId xmlns:a16="http://schemas.microsoft.com/office/drawing/2014/main" id="{8005D0C0-97AC-4287-B12E-E7F255C0D343}"/>
              </a:ext>
            </a:extLst>
          </p:cNvPr>
          <p:cNvSpPr/>
          <p:nvPr/>
        </p:nvSpPr>
        <p:spPr>
          <a:xfrm>
            <a:off x="8036084" y="957957"/>
            <a:ext cx="425502" cy="411428"/>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a:extLst>
              <a:ext uri="{FF2B5EF4-FFF2-40B4-BE49-F238E27FC236}">
                <a16:creationId xmlns:a16="http://schemas.microsoft.com/office/drawing/2014/main" id="{48F4DE09-02C2-4C87-AAE6-4764F5508DA2}"/>
              </a:ext>
            </a:extLst>
          </p:cNvPr>
          <p:cNvSpPr/>
          <p:nvPr/>
        </p:nvSpPr>
        <p:spPr>
          <a:xfrm rot="3078835">
            <a:off x="7247594" y="1404552"/>
            <a:ext cx="792087" cy="616108"/>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538344" y="1265250"/>
            <a:ext cx="988934" cy="183136"/>
          </a:xfrm>
          <a:prstGeom prst="rect">
            <a:avLst/>
          </a:prstGeom>
        </p:spPr>
      </p:pic>
      <p:sp>
        <p:nvSpPr>
          <p:cNvPr id="8" name="Rectangle 7">
            <a:extLst>
              <a:ext uri="{FF2B5EF4-FFF2-40B4-BE49-F238E27FC236}">
                <a16:creationId xmlns:a16="http://schemas.microsoft.com/office/drawing/2014/main" id="{2AE159E2-20EA-4044-A24A-F294CC38DDB3}"/>
              </a:ext>
            </a:extLst>
          </p:cNvPr>
          <p:cNvSpPr/>
          <p:nvPr/>
        </p:nvSpPr>
        <p:spPr>
          <a:xfrm rot="3394716">
            <a:off x="5854356" y="1844601"/>
            <a:ext cx="681477" cy="499297"/>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9" name="Ellipse 8">
            <a:extLst>
              <a:ext uri="{FF2B5EF4-FFF2-40B4-BE49-F238E27FC236}">
                <a16:creationId xmlns:a16="http://schemas.microsoft.com/office/drawing/2014/main" id="{701C5941-465D-48D5-B43A-E589D7FF9BAB}"/>
              </a:ext>
            </a:extLst>
          </p:cNvPr>
          <p:cNvSpPr/>
          <p:nvPr/>
        </p:nvSpPr>
        <p:spPr>
          <a:xfrm>
            <a:off x="6015074" y="1919888"/>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A7DCF85-B1CA-4A30-AAC8-048EE33FE84D}"/>
              </a:ext>
            </a:extLst>
          </p:cNvPr>
          <p:cNvSpPr/>
          <p:nvPr/>
        </p:nvSpPr>
        <p:spPr>
          <a:xfrm>
            <a:off x="6055892" y="2078121"/>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1" name="Rectangle 10">
            <a:extLst>
              <a:ext uri="{FF2B5EF4-FFF2-40B4-BE49-F238E27FC236}">
                <a16:creationId xmlns:a16="http://schemas.microsoft.com/office/drawing/2014/main" id="{300A0B67-4EAA-481A-B4F0-95097029B828}"/>
              </a:ext>
            </a:extLst>
          </p:cNvPr>
          <p:cNvSpPr/>
          <p:nvPr/>
        </p:nvSpPr>
        <p:spPr>
          <a:xfrm rot="3827685">
            <a:off x="4232765" y="3116019"/>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59131" y="3319284"/>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78190" y="3679324"/>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54867" y="3470095"/>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603146" y="3175268"/>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91179" y="3535308"/>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263394" y="2650762"/>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682203" y="3265015"/>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3AFBD0BC-925D-4F33-B03D-AC73B53161C9}"/>
              </a:ext>
            </a:extLst>
          </p:cNvPr>
          <p:cNvSpPr txBox="1"/>
          <p:nvPr/>
        </p:nvSpPr>
        <p:spPr>
          <a:xfrm>
            <a:off x="132611" y="789273"/>
            <a:ext cx="3755832" cy="2462213"/>
          </a:xfrm>
          <a:prstGeom prst="rect">
            <a:avLst/>
          </a:prstGeom>
          <a:noFill/>
        </p:spPr>
        <p:txBody>
          <a:bodyPr wrap="square" rtlCol="0">
            <a:spAutoFit/>
          </a:bodyPr>
          <a:lstStyle/>
          <a:p>
            <a:pPr marL="342900" indent="-342900">
              <a:buFont typeface="+mj-lt"/>
              <a:buAutoNum type="arabicPeriod"/>
            </a:pPr>
            <a:r>
              <a:rPr lang="fr-FR" sz="1400" dirty="0">
                <a:solidFill>
                  <a:schemeClr val="bg1"/>
                </a:solidFill>
              </a:rPr>
              <a:t>Les lieux de dépose</a:t>
            </a:r>
          </a:p>
          <a:p>
            <a:pPr marL="342900" indent="-342900">
              <a:buFont typeface="+mj-lt"/>
              <a:buAutoNum type="arabicPeriod"/>
            </a:pPr>
            <a:r>
              <a:rPr lang="fr-FR" sz="1400" dirty="0">
                <a:solidFill>
                  <a:schemeClr val="bg1"/>
                </a:solidFill>
              </a:rPr>
              <a:t>Les zones interdites</a:t>
            </a:r>
          </a:p>
          <a:p>
            <a:pPr marL="342900" indent="-342900">
              <a:buFont typeface="+mj-lt"/>
              <a:buAutoNum type="arabicPeriod"/>
            </a:pPr>
            <a:r>
              <a:rPr lang="fr-FR" sz="1400" dirty="0">
                <a:solidFill>
                  <a:schemeClr val="bg1"/>
                </a:solidFill>
              </a:rPr>
              <a:t>L’incertitude max autorisée pour la dépose</a:t>
            </a:r>
          </a:p>
          <a:p>
            <a:pPr marL="342900" indent="-342900">
              <a:buFont typeface="+mj-lt"/>
              <a:buAutoNum type="arabicPeriod"/>
            </a:pPr>
            <a:r>
              <a:rPr lang="fr-FR" sz="1400" dirty="0">
                <a:solidFill>
                  <a:schemeClr val="bg1"/>
                </a:solidFill>
              </a:rPr>
              <a:t>La zone d’</a:t>
            </a:r>
            <a:r>
              <a:rPr lang="fr-FR" sz="1400" dirty="0" err="1">
                <a:solidFill>
                  <a:schemeClr val="bg1"/>
                </a:solidFill>
              </a:rPr>
              <a:t>océanisation</a:t>
            </a:r>
            <a:endParaRPr lang="fr-FR" sz="1400" dirty="0">
              <a:solidFill>
                <a:schemeClr val="bg1"/>
              </a:solidFill>
            </a:endParaRPr>
          </a:p>
          <a:p>
            <a:pPr marL="342900" indent="-342900">
              <a:buFont typeface="+mj-lt"/>
              <a:buAutoNum type="arabicPeriod"/>
            </a:pPr>
            <a:r>
              <a:rPr lang="fr-FR" sz="1400" dirty="0">
                <a:solidFill>
                  <a:schemeClr val="bg1"/>
                </a:solidFill>
              </a:rPr>
              <a:t>Zone de drop de l’UAV </a:t>
            </a:r>
          </a:p>
          <a:p>
            <a:pPr marL="342900" indent="-342900">
              <a:buFont typeface="+mj-lt"/>
              <a:buAutoNum type="arabicPeriod"/>
            </a:pPr>
            <a:r>
              <a:rPr lang="fr-FR" sz="1400" dirty="0">
                <a:solidFill>
                  <a:schemeClr val="bg1"/>
                </a:solidFill>
              </a:rPr>
              <a:t>Zone de drop des UUV</a:t>
            </a:r>
          </a:p>
          <a:p>
            <a:pPr marL="342900" indent="-342900">
              <a:buFont typeface="+mj-lt"/>
              <a:buAutoNum type="arabicPeriod"/>
            </a:pPr>
            <a:r>
              <a:rPr lang="fr-FR" sz="1400" dirty="0">
                <a:solidFill>
                  <a:schemeClr val="bg1"/>
                </a:solidFill>
              </a:rPr>
              <a:t>Zone de récupération UAV (ou décision d’abandon -&gt; </a:t>
            </a:r>
            <a:r>
              <a:rPr lang="fr-FR" sz="1400" dirty="0" err="1">
                <a:solidFill>
                  <a:schemeClr val="bg1"/>
                </a:solidFill>
              </a:rPr>
              <a:t>océanisation</a:t>
            </a:r>
            <a:r>
              <a:rPr lang="fr-FR" sz="1400" dirty="0">
                <a:solidFill>
                  <a:schemeClr val="bg1"/>
                </a:solidFill>
              </a:rPr>
              <a:t>)</a:t>
            </a:r>
          </a:p>
          <a:p>
            <a:pPr marL="342900" indent="-342900">
              <a:buFont typeface="+mj-lt"/>
              <a:buAutoNum type="arabicPeriod"/>
            </a:pPr>
            <a:r>
              <a:rPr lang="fr-FR" sz="1400" dirty="0">
                <a:solidFill>
                  <a:schemeClr val="bg1"/>
                </a:solidFill>
              </a:rPr>
              <a:t>(use case 1)Zone de récupération tier-1 (ou décision d’abandon -&gt; </a:t>
            </a:r>
            <a:r>
              <a:rPr lang="fr-FR" sz="1400" dirty="0" err="1">
                <a:solidFill>
                  <a:schemeClr val="bg1"/>
                </a:solidFill>
              </a:rPr>
              <a:t>océanisation</a:t>
            </a:r>
            <a:r>
              <a:rPr lang="fr-FR" sz="1400" dirty="0">
                <a:solidFill>
                  <a:schemeClr val="bg1"/>
                </a:solidFill>
              </a:rPr>
              <a:t>)</a:t>
            </a:r>
          </a:p>
          <a:p>
            <a:pPr marL="342900" indent="-342900">
              <a:buFont typeface="+mj-lt"/>
              <a:buAutoNum type="arabicPeriod"/>
            </a:pPr>
            <a:endParaRPr lang="fr-FR" sz="1400" dirty="0">
              <a:solidFill>
                <a:schemeClr val="bg1"/>
              </a:solidFill>
            </a:endParaRPr>
          </a:p>
        </p:txBody>
      </p:sp>
      <p:sp>
        <p:nvSpPr>
          <p:cNvPr id="20" name="Rectangle 19">
            <a:extLst>
              <a:ext uri="{FF2B5EF4-FFF2-40B4-BE49-F238E27FC236}">
                <a16:creationId xmlns:a16="http://schemas.microsoft.com/office/drawing/2014/main" id="{701489C2-3750-4CDE-9B24-90EC4B0FA57F}"/>
              </a:ext>
            </a:extLst>
          </p:cNvPr>
          <p:cNvSpPr/>
          <p:nvPr/>
        </p:nvSpPr>
        <p:spPr>
          <a:xfrm rot="3394716">
            <a:off x="6594651" y="2971338"/>
            <a:ext cx="681477" cy="499297"/>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1" name="Ellipse 20">
            <a:extLst>
              <a:ext uri="{FF2B5EF4-FFF2-40B4-BE49-F238E27FC236}">
                <a16:creationId xmlns:a16="http://schemas.microsoft.com/office/drawing/2014/main" id="{FB71E853-DE71-4B0F-962B-8FC8FCFB4282}"/>
              </a:ext>
            </a:extLst>
          </p:cNvPr>
          <p:cNvSpPr/>
          <p:nvPr/>
        </p:nvSpPr>
        <p:spPr>
          <a:xfrm>
            <a:off x="6755369" y="3046625"/>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B0E7FEA4-8AFB-4A20-BEA2-92A3DA7C5C72}"/>
              </a:ext>
            </a:extLst>
          </p:cNvPr>
          <p:cNvSpPr/>
          <p:nvPr/>
        </p:nvSpPr>
        <p:spPr>
          <a:xfrm>
            <a:off x="6796187" y="3204858"/>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9" name="Rectangle 18">
            <a:extLst>
              <a:ext uri="{FF2B5EF4-FFF2-40B4-BE49-F238E27FC236}">
                <a16:creationId xmlns:a16="http://schemas.microsoft.com/office/drawing/2014/main" id="{2068FE37-9321-4D62-8D83-8C80FE076879}"/>
              </a:ext>
            </a:extLst>
          </p:cNvPr>
          <p:cNvSpPr/>
          <p:nvPr/>
        </p:nvSpPr>
        <p:spPr>
          <a:xfrm rot="1656757">
            <a:off x="7581566" y="2530351"/>
            <a:ext cx="741548" cy="537471"/>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249BEE26-5483-4EC3-92F8-6A2DC4319BAE}"/>
              </a:ext>
            </a:extLst>
          </p:cNvPr>
          <p:cNvSpPr/>
          <p:nvPr/>
        </p:nvSpPr>
        <p:spPr>
          <a:xfrm>
            <a:off x="4412079" y="3265015"/>
            <a:ext cx="144015" cy="146583"/>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242CDC7A-07A9-49BE-8189-6D4CEF604EA8}"/>
              </a:ext>
            </a:extLst>
          </p:cNvPr>
          <p:cNvSpPr/>
          <p:nvPr/>
        </p:nvSpPr>
        <p:spPr>
          <a:xfrm>
            <a:off x="4552050" y="3127050"/>
            <a:ext cx="144015" cy="146583"/>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22886CAB-1074-458F-BFC2-BA95E7664373}"/>
              </a:ext>
            </a:extLst>
          </p:cNvPr>
          <p:cNvSpPr/>
          <p:nvPr/>
        </p:nvSpPr>
        <p:spPr>
          <a:xfrm>
            <a:off x="4607815" y="3424888"/>
            <a:ext cx="144015" cy="146583"/>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FB5767DD-D2FA-4640-B002-D80E3F7E50F0}"/>
              </a:ext>
            </a:extLst>
          </p:cNvPr>
          <p:cNvSpPr/>
          <p:nvPr/>
        </p:nvSpPr>
        <p:spPr>
          <a:xfrm>
            <a:off x="4530204" y="3634332"/>
            <a:ext cx="144015" cy="146583"/>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0FAFB4A9-2C7F-4694-92D2-7579A9F17DE9}"/>
              </a:ext>
            </a:extLst>
          </p:cNvPr>
          <p:cNvSpPr/>
          <p:nvPr/>
        </p:nvSpPr>
        <p:spPr>
          <a:xfrm>
            <a:off x="4830034" y="3484875"/>
            <a:ext cx="144015" cy="146583"/>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370AD022-7C07-45E6-A927-C432299DEBF2}"/>
              </a:ext>
            </a:extLst>
          </p:cNvPr>
          <p:cNvSpPr/>
          <p:nvPr/>
        </p:nvSpPr>
        <p:spPr>
          <a:xfrm rot="3026356">
            <a:off x="8012727" y="1464178"/>
            <a:ext cx="372629" cy="269053"/>
          </a:xfrm>
          <a:prstGeom prst="rect">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Octogone 36">
            <a:extLst>
              <a:ext uri="{FF2B5EF4-FFF2-40B4-BE49-F238E27FC236}">
                <a16:creationId xmlns:a16="http://schemas.microsoft.com/office/drawing/2014/main" id="{54587AD5-E171-4BE8-BAAB-3BDCB0D9A3ED}"/>
              </a:ext>
            </a:extLst>
          </p:cNvPr>
          <p:cNvSpPr/>
          <p:nvPr/>
        </p:nvSpPr>
        <p:spPr>
          <a:xfrm>
            <a:off x="4140612" y="2625150"/>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1</a:t>
            </a:r>
          </a:p>
        </p:txBody>
      </p:sp>
      <p:cxnSp>
        <p:nvCxnSpPr>
          <p:cNvPr id="38" name="Connecteur droit avec flèche 37">
            <a:extLst>
              <a:ext uri="{FF2B5EF4-FFF2-40B4-BE49-F238E27FC236}">
                <a16:creationId xmlns:a16="http://schemas.microsoft.com/office/drawing/2014/main" id="{8CBF5AC9-6BF7-49EE-BF55-43AC4E6691A6}"/>
              </a:ext>
            </a:extLst>
          </p:cNvPr>
          <p:cNvCxnSpPr>
            <a:cxnSpLocks/>
            <a:stCxn id="37" idx="2"/>
            <a:endCxn id="12" idx="1"/>
          </p:cNvCxnSpPr>
          <p:nvPr/>
        </p:nvCxnSpPr>
        <p:spPr>
          <a:xfrm>
            <a:off x="4311366" y="2841174"/>
            <a:ext cx="155075" cy="4848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Connecteur droit avec flèche 40">
            <a:extLst>
              <a:ext uri="{FF2B5EF4-FFF2-40B4-BE49-F238E27FC236}">
                <a16:creationId xmlns:a16="http://schemas.microsoft.com/office/drawing/2014/main" id="{4D8CAAB8-FD77-4608-8F7B-4F560D3A4B30}"/>
              </a:ext>
            </a:extLst>
          </p:cNvPr>
          <p:cNvCxnSpPr>
            <a:cxnSpLocks/>
            <a:stCxn id="37" idx="2"/>
            <a:endCxn id="15" idx="2"/>
          </p:cNvCxnSpPr>
          <p:nvPr/>
        </p:nvCxnSpPr>
        <p:spPr>
          <a:xfrm>
            <a:off x="4311366" y="2841174"/>
            <a:ext cx="291780" cy="356954"/>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
        <p:nvSpPr>
          <p:cNvPr id="44" name="Octogone 43">
            <a:extLst>
              <a:ext uri="{FF2B5EF4-FFF2-40B4-BE49-F238E27FC236}">
                <a16:creationId xmlns:a16="http://schemas.microsoft.com/office/drawing/2014/main" id="{5B13BC35-31F1-4DD5-9590-49CD3BA97D45}"/>
              </a:ext>
            </a:extLst>
          </p:cNvPr>
          <p:cNvSpPr/>
          <p:nvPr/>
        </p:nvSpPr>
        <p:spPr>
          <a:xfrm>
            <a:off x="4974049" y="3867304"/>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1</a:t>
            </a:r>
          </a:p>
        </p:txBody>
      </p:sp>
      <p:cxnSp>
        <p:nvCxnSpPr>
          <p:cNvPr id="45" name="Connecteur droit avec flèche 44">
            <a:extLst>
              <a:ext uri="{FF2B5EF4-FFF2-40B4-BE49-F238E27FC236}">
                <a16:creationId xmlns:a16="http://schemas.microsoft.com/office/drawing/2014/main" id="{C9E405C6-1F98-47B0-900A-D4665365EF99}"/>
              </a:ext>
            </a:extLst>
          </p:cNvPr>
          <p:cNvCxnSpPr>
            <a:cxnSpLocks/>
            <a:stCxn id="44" idx="6"/>
            <a:endCxn id="16" idx="6"/>
          </p:cNvCxnSpPr>
          <p:nvPr/>
        </p:nvCxnSpPr>
        <p:spPr>
          <a:xfrm flipH="1" flipV="1">
            <a:off x="4941092" y="3558168"/>
            <a:ext cx="96228" cy="309136"/>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cxnSp>
        <p:nvCxnSpPr>
          <p:cNvPr id="48" name="Connecteur droit avec flèche 47">
            <a:extLst>
              <a:ext uri="{FF2B5EF4-FFF2-40B4-BE49-F238E27FC236}">
                <a16:creationId xmlns:a16="http://schemas.microsoft.com/office/drawing/2014/main" id="{AF83A02B-F555-4D37-8EA2-A8B1E3BA4360}"/>
              </a:ext>
            </a:extLst>
          </p:cNvPr>
          <p:cNvCxnSpPr>
            <a:cxnSpLocks/>
            <a:stCxn id="44" idx="6"/>
            <a:endCxn id="14" idx="6"/>
          </p:cNvCxnSpPr>
          <p:nvPr/>
        </p:nvCxnSpPr>
        <p:spPr>
          <a:xfrm flipH="1" flipV="1">
            <a:off x="4704780" y="3492955"/>
            <a:ext cx="332540" cy="374349"/>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cxnSp>
        <p:nvCxnSpPr>
          <p:cNvPr id="51" name="Connecteur droit avec flèche 50">
            <a:extLst>
              <a:ext uri="{FF2B5EF4-FFF2-40B4-BE49-F238E27FC236}">
                <a16:creationId xmlns:a16="http://schemas.microsoft.com/office/drawing/2014/main" id="{0D275C5F-4CEC-406F-918B-5DC45A1B480E}"/>
              </a:ext>
            </a:extLst>
          </p:cNvPr>
          <p:cNvCxnSpPr>
            <a:cxnSpLocks/>
            <a:stCxn id="44" idx="6"/>
            <a:endCxn id="13" idx="6"/>
          </p:cNvCxnSpPr>
          <p:nvPr/>
        </p:nvCxnSpPr>
        <p:spPr>
          <a:xfrm flipH="1" flipV="1">
            <a:off x="4628103" y="3702184"/>
            <a:ext cx="409217" cy="165120"/>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
        <p:nvSpPr>
          <p:cNvPr id="54" name="Octogone 53">
            <a:extLst>
              <a:ext uri="{FF2B5EF4-FFF2-40B4-BE49-F238E27FC236}">
                <a16:creationId xmlns:a16="http://schemas.microsoft.com/office/drawing/2014/main" id="{A5BCC210-39F1-4048-818B-2DE830A6EA83}"/>
              </a:ext>
            </a:extLst>
          </p:cNvPr>
          <p:cNvSpPr/>
          <p:nvPr/>
        </p:nvSpPr>
        <p:spPr>
          <a:xfrm>
            <a:off x="5277231" y="1986237"/>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2</a:t>
            </a:r>
          </a:p>
        </p:txBody>
      </p:sp>
      <p:cxnSp>
        <p:nvCxnSpPr>
          <p:cNvPr id="55" name="Connecteur droit avec flèche 54">
            <a:extLst>
              <a:ext uri="{FF2B5EF4-FFF2-40B4-BE49-F238E27FC236}">
                <a16:creationId xmlns:a16="http://schemas.microsoft.com/office/drawing/2014/main" id="{799F3007-5FB7-47DC-87C2-430BB44FA239}"/>
              </a:ext>
            </a:extLst>
          </p:cNvPr>
          <p:cNvCxnSpPr>
            <a:cxnSpLocks/>
            <a:stCxn id="54" idx="1"/>
          </p:cNvCxnSpPr>
          <p:nvPr/>
        </p:nvCxnSpPr>
        <p:spPr>
          <a:xfrm>
            <a:off x="5511256" y="2138990"/>
            <a:ext cx="1058241" cy="933625"/>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cxnSp>
        <p:nvCxnSpPr>
          <p:cNvPr id="58" name="Connecteur droit avec flèche 57">
            <a:extLst>
              <a:ext uri="{FF2B5EF4-FFF2-40B4-BE49-F238E27FC236}">
                <a16:creationId xmlns:a16="http://schemas.microsoft.com/office/drawing/2014/main" id="{C597510B-D901-47F7-B23D-B9D372AE6DE4}"/>
              </a:ext>
            </a:extLst>
          </p:cNvPr>
          <p:cNvCxnSpPr>
            <a:cxnSpLocks/>
            <a:stCxn id="54" idx="1"/>
            <a:endCxn id="8" idx="2"/>
          </p:cNvCxnSpPr>
          <p:nvPr/>
        </p:nvCxnSpPr>
        <p:spPr>
          <a:xfrm>
            <a:off x="5511256" y="2138990"/>
            <a:ext cx="475472" cy="92764"/>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
        <p:nvSpPr>
          <p:cNvPr id="61" name="Octogone 60">
            <a:extLst>
              <a:ext uri="{FF2B5EF4-FFF2-40B4-BE49-F238E27FC236}">
                <a16:creationId xmlns:a16="http://schemas.microsoft.com/office/drawing/2014/main" id="{1F78B39F-873A-4B76-82EC-367E0DBDF081}"/>
              </a:ext>
            </a:extLst>
          </p:cNvPr>
          <p:cNvSpPr/>
          <p:nvPr/>
        </p:nvSpPr>
        <p:spPr>
          <a:xfrm>
            <a:off x="3934777" y="3592857"/>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3</a:t>
            </a:r>
          </a:p>
        </p:txBody>
      </p:sp>
      <p:cxnSp>
        <p:nvCxnSpPr>
          <p:cNvPr id="62" name="Connecteur droit avec flèche 61">
            <a:extLst>
              <a:ext uri="{FF2B5EF4-FFF2-40B4-BE49-F238E27FC236}">
                <a16:creationId xmlns:a16="http://schemas.microsoft.com/office/drawing/2014/main" id="{36CCE5CA-B5EB-439A-BE6D-6F6860E771D3}"/>
              </a:ext>
            </a:extLst>
          </p:cNvPr>
          <p:cNvCxnSpPr>
            <a:cxnSpLocks/>
            <a:stCxn id="61" idx="0"/>
            <a:endCxn id="23" idx="4"/>
          </p:cNvCxnSpPr>
          <p:nvPr/>
        </p:nvCxnSpPr>
        <p:spPr>
          <a:xfrm flipV="1">
            <a:off x="4168802" y="3411598"/>
            <a:ext cx="315285" cy="244530"/>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
        <p:nvSpPr>
          <p:cNvPr id="70" name="Octogone 69">
            <a:extLst>
              <a:ext uri="{FF2B5EF4-FFF2-40B4-BE49-F238E27FC236}">
                <a16:creationId xmlns:a16="http://schemas.microsoft.com/office/drawing/2014/main" id="{02DE688F-5A55-47F7-91FE-F9906CBEBA0D}"/>
              </a:ext>
            </a:extLst>
          </p:cNvPr>
          <p:cNvSpPr/>
          <p:nvPr/>
        </p:nvSpPr>
        <p:spPr>
          <a:xfrm>
            <a:off x="7859652" y="2703473"/>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4</a:t>
            </a:r>
          </a:p>
        </p:txBody>
      </p:sp>
      <p:sp>
        <p:nvSpPr>
          <p:cNvPr id="71" name="Octogone 70">
            <a:extLst>
              <a:ext uri="{FF2B5EF4-FFF2-40B4-BE49-F238E27FC236}">
                <a16:creationId xmlns:a16="http://schemas.microsoft.com/office/drawing/2014/main" id="{10C4C515-150A-432E-94C2-41A738FFA40B}"/>
              </a:ext>
            </a:extLst>
          </p:cNvPr>
          <p:cNvSpPr/>
          <p:nvPr/>
        </p:nvSpPr>
        <p:spPr>
          <a:xfrm>
            <a:off x="7300709" y="1539655"/>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5</a:t>
            </a:r>
          </a:p>
        </p:txBody>
      </p:sp>
      <p:sp>
        <p:nvSpPr>
          <p:cNvPr id="72" name="Octogone 71">
            <a:extLst>
              <a:ext uri="{FF2B5EF4-FFF2-40B4-BE49-F238E27FC236}">
                <a16:creationId xmlns:a16="http://schemas.microsoft.com/office/drawing/2014/main" id="{19053D80-E8DC-4EA3-97BB-83AEF7132080}"/>
              </a:ext>
            </a:extLst>
          </p:cNvPr>
          <p:cNvSpPr/>
          <p:nvPr/>
        </p:nvSpPr>
        <p:spPr>
          <a:xfrm>
            <a:off x="7534734" y="1832048"/>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6</a:t>
            </a:r>
          </a:p>
        </p:txBody>
      </p:sp>
      <p:sp>
        <p:nvSpPr>
          <p:cNvPr id="73" name="Octogone 72">
            <a:extLst>
              <a:ext uri="{FF2B5EF4-FFF2-40B4-BE49-F238E27FC236}">
                <a16:creationId xmlns:a16="http://schemas.microsoft.com/office/drawing/2014/main" id="{E50ECA92-66FB-4FEA-91B9-1C02BEFC73E9}"/>
              </a:ext>
            </a:extLst>
          </p:cNvPr>
          <p:cNvSpPr/>
          <p:nvPr/>
        </p:nvSpPr>
        <p:spPr>
          <a:xfrm>
            <a:off x="8082028" y="1488086"/>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7</a:t>
            </a:r>
          </a:p>
        </p:txBody>
      </p:sp>
      <p:sp>
        <p:nvSpPr>
          <p:cNvPr id="74" name="Octogone 73">
            <a:extLst>
              <a:ext uri="{FF2B5EF4-FFF2-40B4-BE49-F238E27FC236}">
                <a16:creationId xmlns:a16="http://schemas.microsoft.com/office/drawing/2014/main" id="{66880E17-0536-4736-8020-EA13A5072DBC}"/>
              </a:ext>
            </a:extLst>
          </p:cNvPr>
          <p:cNvSpPr/>
          <p:nvPr/>
        </p:nvSpPr>
        <p:spPr>
          <a:xfrm>
            <a:off x="7653822" y="868134"/>
            <a:ext cx="234025" cy="216024"/>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1400" dirty="0"/>
              <a:t>8</a:t>
            </a:r>
          </a:p>
        </p:txBody>
      </p:sp>
      <p:cxnSp>
        <p:nvCxnSpPr>
          <p:cNvPr id="75" name="Connecteur droit avec flèche 74">
            <a:extLst>
              <a:ext uri="{FF2B5EF4-FFF2-40B4-BE49-F238E27FC236}">
                <a16:creationId xmlns:a16="http://schemas.microsoft.com/office/drawing/2014/main" id="{DE6F8F6F-B67C-4FB5-B88D-2A7F6A1C5E8B}"/>
              </a:ext>
            </a:extLst>
          </p:cNvPr>
          <p:cNvCxnSpPr>
            <a:cxnSpLocks/>
            <a:stCxn id="74" idx="1"/>
            <a:endCxn id="32" idx="2"/>
          </p:cNvCxnSpPr>
          <p:nvPr/>
        </p:nvCxnSpPr>
        <p:spPr>
          <a:xfrm>
            <a:off x="7887847" y="1020887"/>
            <a:ext cx="148237" cy="142784"/>
          </a:xfrm>
          <a:prstGeom prst="straightConnector1">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008286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85039" cy="369332"/>
          </a:xfrm>
          <a:prstGeom prst="rect">
            <a:avLst/>
          </a:prstGeom>
          <a:noFill/>
        </p:spPr>
        <p:txBody>
          <a:bodyPr wrap="none" rtlCol="0">
            <a:spAutoFit/>
          </a:bodyPr>
          <a:lstStyle/>
          <a:p>
            <a:r>
              <a:rPr lang="fr-FR" dirty="0">
                <a:solidFill>
                  <a:schemeClr val="bg1"/>
                </a:solidFill>
              </a:rPr>
              <a:t>USE CASE 1&amp;2: Partie commune</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95C4A5E5-6BD2-4770-94C8-6DE5145E5A0E}"/>
              </a:ext>
            </a:extLst>
          </p:cNvPr>
          <p:cNvSpPr txBox="1"/>
          <p:nvPr/>
        </p:nvSpPr>
        <p:spPr>
          <a:xfrm>
            <a:off x="230546" y="927669"/>
            <a:ext cx="3549366" cy="2862322"/>
          </a:xfrm>
          <a:prstGeom prst="rect">
            <a:avLst/>
          </a:prstGeom>
          <a:noFill/>
        </p:spPr>
        <p:txBody>
          <a:bodyPr wrap="square" rtlCol="0">
            <a:spAutoFit/>
          </a:bodyPr>
          <a:lstStyle/>
          <a:p>
            <a:r>
              <a:rPr lang="fr-FR" dirty="0">
                <a:solidFill>
                  <a:schemeClr val="bg1"/>
                </a:solidFill>
              </a:rPr>
              <a:t>Etape 1:</a:t>
            </a:r>
          </a:p>
          <a:p>
            <a:pPr marL="285750" indent="-285750">
              <a:buFont typeface="Arial" panose="020B0604020202020204" pitchFamily="34" charset="0"/>
              <a:buChar char="•"/>
            </a:pPr>
            <a:r>
              <a:rPr lang="fr-FR" dirty="0">
                <a:solidFill>
                  <a:schemeClr val="bg1"/>
                </a:solidFill>
              </a:rPr>
              <a:t>Etablissement du plan de dépôt des balises</a:t>
            </a:r>
          </a:p>
          <a:p>
            <a:pPr marL="285750" indent="-285750">
              <a:buFont typeface="Arial" panose="020B0604020202020204" pitchFamily="34" charset="0"/>
              <a:buChar char="•"/>
            </a:pPr>
            <a:r>
              <a:rPr lang="fr-FR" dirty="0">
                <a:solidFill>
                  <a:schemeClr val="bg1"/>
                </a:solidFill>
              </a:rPr>
              <a:t>Le courant peut être anticipé</a:t>
            </a:r>
          </a:p>
          <a:p>
            <a:pPr marL="285750" indent="-285750">
              <a:buFont typeface="Arial" panose="020B0604020202020204" pitchFamily="34" charset="0"/>
              <a:buChar char="•"/>
            </a:pPr>
            <a:r>
              <a:rPr lang="fr-FR" dirty="0">
                <a:solidFill>
                  <a:schemeClr val="bg1"/>
                </a:solidFill>
              </a:rPr>
              <a:t>Option: Acquittement du bon fonctionnement des balises et recalcul des plans UUV en cas de défaillance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0" name="Ellipse 19">
            <a:extLst>
              <a:ext uri="{FF2B5EF4-FFF2-40B4-BE49-F238E27FC236}">
                <a16:creationId xmlns:a16="http://schemas.microsoft.com/office/drawing/2014/main" id="{03BB1197-5CA1-41B1-B943-E4E000FF367A}"/>
              </a:ext>
            </a:extLst>
          </p:cNvPr>
          <p:cNvSpPr/>
          <p:nvPr/>
        </p:nvSpPr>
        <p:spPr>
          <a:xfrm>
            <a:off x="6738755" y="209416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1" name="Connecteur droit 20">
            <a:extLst>
              <a:ext uri="{FF2B5EF4-FFF2-40B4-BE49-F238E27FC236}">
                <a16:creationId xmlns:a16="http://schemas.microsoft.com/office/drawing/2014/main" id="{16CE9DB5-9F34-404E-A851-643571E21290}"/>
              </a:ext>
            </a:extLst>
          </p:cNvPr>
          <p:cNvCxnSpPr>
            <a:cxnSpLocks/>
          </p:cNvCxnSpPr>
          <p:nvPr/>
        </p:nvCxnSpPr>
        <p:spPr>
          <a:xfrm>
            <a:off x="6776855" y="1947375"/>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22" name="Triangle isocèle 21">
            <a:extLst>
              <a:ext uri="{FF2B5EF4-FFF2-40B4-BE49-F238E27FC236}">
                <a16:creationId xmlns:a16="http://schemas.microsoft.com/office/drawing/2014/main" id="{85635B06-3C4A-4A7A-973A-8E4056246207}"/>
              </a:ext>
            </a:extLst>
          </p:cNvPr>
          <p:cNvSpPr/>
          <p:nvPr/>
        </p:nvSpPr>
        <p:spPr>
          <a:xfrm rot="5400000">
            <a:off x="6773954" y="1942984"/>
            <a:ext cx="74710" cy="83495"/>
          </a:xfrm>
          <a:prstGeom prst="triangle">
            <a:avLst/>
          </a:prstGeom>
          <a:noFill/>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3" name="Ellipse 22">
            <a:extLst>
              <a:ext uri="{FF2B5EF4-FFF2-40B4-BE49-F238E27FC236}">
                <a16:creationId xmlns:a16="http://schemas.microsoft.com/office/drawing/2014/main" id="{5B6C5502-FFDF-4804-9DD8-B5B80D30C72D}"/>
              </a:ext>
            </a:extLst>
          </p:cNvPr>
          <p:cNvSpPr/>
          <p:nvPr/>
        </p:nvSpPr>
        <p:spPr>
          <a:xfrm>
            <a:off x="6508912" y="2599392"/>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4" name="Connecteur droit 23">
            <a:extLst>
              <a:ext uri="{FF2B5EF4-FFF2-40B4-BE49-F238E27FC236}">
                <a16:creationId xmlns:a16="http://schemas.microsoft.com/office/drawing/2014/main" id="{1F480F8D-2ED7-496D-AAEE-E95A13DFCB2D}"/>
              </a:ext>
            </a:extLst>
          </p:cNvPr>
          <p:cNvCxnSpPr>
            <a:cxnSpLocks/>
          </p:cNvCxnSpPr>
          <p:nvPr/>
        </p:nvCxnSpPr>
        <p:spPr>
          <a:xfrm>
            <a:off x="6547012" y="2452606"/>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25" name="Triangle isocèle 24">
            <a:extLst>
              <a:ext uri="{FF2B5EF4-FFF2-40B4-BE49-F238E27FC236}">
                <a16:creationId xmlns:a16="http://schemas.microsoft.com/office/drawing/2014/main" id="{CADF942E-9CE1-4606-8677-0E14EC3D5842}"/>
              </a:ext>
            </a:extLst>
          </p:cNvPr>
          <p:cNvSpPr/>
          <p:nvPr/>
        </p:nvSpPr>
        <p:spPr>
          <a:xfrm rot="5400000">
            <a:off x="6544111" y="2448215"/>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6" name="Ellipse 25">
            <a:extLst>
              <a:ext uri="{FF2B5EF4-FFF2-40B4-BE49-F238E27FC236}">
                <a16:creationId xmlns:a16="http://schemas.microsoft.com/office/drawing/2014/main" id="{A1A6FB73-1ADC-41EB-8CEE-68EDE20DD20A}"/>
              </a:ext>
            </a:extLst>
          </p:cNvPr>
          <p:cNvSpPr/>
          <p:nvPr/>
        </p:nvSpPr>
        <p:spPr>
          <a:xfrm>
            <a:off x="5724128" y="282088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7" name="Connecteur droit 26">
            <a:extLst>
              <a:ext uri="{FF2B5EF4-FFF2-40B4-BE49-F238E27FC236}">
                <a16:creationId xmlns:a16="http://schemas.microsoft.com/office/drawing/2014/main" id="{C3DBAC5E-47A6-4895-AFDD-6480355BB036}"/>
              </a:ext>
            </a:extLst>
          </p:cNvPr>
          <p:cNvCxnSpPr>
            <a:cxnSpLocks/>
          </p:cNvCxnSpPr>
          <p:nvPr/>
        </p:nvCxnSpPr>
        <p:spPr>
          <a:xfrm>
            <a:off x="5762228" y="267410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28" name="Triangle isocèle 27">
            <a:extLst>
              <a:ext uri="{FF2B5EF4-FFF2-40B4-BE49-F238E27FC236}">
                <a16:creationId xmlns:a16="http://schemas.microsoft.com/office/drawing/2014/main" id="{BA2F88B4-72B5-4D9D-8F57-5F7B9D5A4A4A}"/>
              </a:ext>
            </a:extLst>
          </p:cNvPr>
          <p:cNvSpPr/>
          <p:nvPr/>
        </p:nvSpPr>
        <p:spPr>
          <a:xfrm rot="5400000">
            <a:off x="5759327" y="266971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9" name="Ellipse 28">
            <a:extLst>
              <a:ext uri="{FF2B5EF4-FFF2-40B4-BE49-F238E27FC236}">
                <a16:creationId xmlns:a16="http://schemas.microsoft.com/office/drawing/2014/main" id="{D15E73A4-904F-46E9-B291-5FB0387102F9}"/>
              </a:ext>
            </a:extLst>
          </p:cNvPr>
          <p:cNvSpPr/>
          <p:nvPr/>
        </p:nvSpPr>
        <p:spPr>
          <a:xfrm>
            <a:off x="5420379" y="318049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0" name="Connecteur droit 29">
            <a:extLst>
              <a:ext uri="{FF2B5EF4-FFF2-40B4-BE49-F238E27FC236}">
                <a16:creationId xmlns:a16="http://schemas.microsoft.com/office/drawing/2014/main" id="{CC90D047-5E49-45F1-8F4F-558EFBA16099}"/>
              </a:ext>
            </a:extLst>
          </p:cNvPr>
          <p:cNvCxnSpPr/>
          <p:nvPr/>
        </p:nvCxnSpPr>
        <p:spPr>
          <a:xfrm>
            <a:off x="5363229" y="3255204"/>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31" name="Ellipse 30">
            <a:extLst>
              <a:ext uri="{FF2B5EF4-FFF2-40B4-BE49-F238E27FC236}">
                <a16:creationId xmlns:a16="http://schemas.microsoft.com/office/drawing/2014/main" id="{9C6E2854-D07E-4751-96F8-01CDCAC8342C}"/>
              </a:ext>
            </a:extLst>
          </p:cNvPr>
          <p:cNvSpPr/>
          <p:nvPr/>
        </p:nvSpPr>
        <p:spPr>
          <a:xfrm>
            <a:off x="4860032" y="3257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2" name="Connecteur droit 31">
            <a:extLst>
              <a:ext uri="{FF2B5EF4-FFF2-40B4-BE49-F238E27FC236}">
                <a16:creationId xmlns:a16="http://schemas.microsoft.com/office/drawing/2014/main" id="{45B742DE-AF3C-4C37-A1A2-5B0C2C8DDE1D}"/>
              </a:ext>
            </a:extLst>
          </p:cNvPr>
          <p:cNvCxnSpPr/>
          <p:nvPr/>
        </p:nvCxnSpPr>
        <p:spPr>
          <a:xfrm>
            <a:off x="4802882" y="333198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33" name="Rectangle 32">
            <a:extLst>
              <a:ext uri="{FF2B5EF4-FFF2-40B4-BE49-F238E27FC236}">
                <a16:creationId xmlns:a16="http://schemas.microsoft.com/office/drawing/2014/main" id="{1C33E54E-595E-425A-BE42-FC702ABB5890}"/>
              </a:ext>
            </a:extLst>
          </p:cNvPr>
          <p:cNvSpPr/>
          <p:nvPr/>
        </p:nvSpPr>
        <p:spPr>
          <a:xfrm rot="3827685">
            <a:off x="4232765" y="3116019"/>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 name="Flèche : bas 1">
            <a:extLst>
              <a:ext uri="{FF2B5EF4-FFF2-40B4-BE49-F238E27FC236}">
                <a16:creationId xmlns:a16="http://schemas.microsoft.com/office/drawing/2014/main" id="{18846545-BC02-4851-A6FD-E0C4AE8966E3}"/>
              </a:ext>
            </a:extLst>
          </p:cNvPr>
          <p:cNvSpPr/>
          <p:nvPr/>
        </p:nvSpPr>
        <p:spPr>
          <a:xfrm>
            <a:off x="6738755" y="1590105"/>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Flèche : bas 35">
            <a:extLst>
              <a:ext uri="{FF2B5EF4-FFF2-40B4-BE49-F238E27FC236}">
                <a16:creationId xmlns:a16="http://schemas.microsoft.com/office/drawing/2014/main" id="{D62F9BBE-46BD-4333-A09B-B11795CAD36B}"/>
              </a:ext>
            </a:extLst>
          </p:cNvPr>
          <p:cNvSpPr/>
          <p:nvPr/>
        </p:nvSpPr>
        <p:spPr>
          <a:xfrm>
            <a:off x="6489861" y="2092566"/>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Flèche : bas 36">
            <a:extLst>
              <a:ext uri="{FF2B5EF4-FFF2-40B4-BE49-F238E27FC236}">
                <a16:creationId xmlns:a16="http://schemas.microsoft.com/office/drawing/2014/main" id="{C3CAEB6E-6192-438E-A9BC-977849371808}"/>
              </a:ext>
            </a:extLst>
          </p:cNvPr>
          <p:cNvSpPr/>
          <p:nvPr/>
        </p:nvSpPr>
        <p:spPr>
          <a:xfrm>
            <a:off x="5705077" y="2318304"/>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lèche : bas 37">
            <a:extLst>
              <a:ext uri="{FF2B5EF4-FFF2-40B4-BE49-F238E27FC236}">
                <a16:creationId xmlns:a16="http://schemas.microsoft.com/office/drawing/2014/main" id="{2DD6335D-1A5F-4FE5-BBD0-58E2781B6E32}"/>
              </a:ext>
            </a:extLst>
          </p:cNvPr>
          <p:cNvSpPr/>
          <p:nvPr/>
        </p:nvSpPr>
        <p:spPr>
          <a:xfrm>
            <a:off x="5401328" y="2821210"/>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Flèche : bas 38">
            <a:extLst>
              <a:ext uri="{FF2B5EF4-FFF2-40B4-BE49-F238E27FC236}">
                <a16:creationId xmlns:a16="http://schemas.microsoft.com/office/drawing/2014/main" id="{7E5E8E4C-054F-4BF6-8D49-FDF0DF40D7E2}"/>
              </a:ext>
            </a:extLst>
          </p:cNvPr>
          <p:cNvSpPr/>
          <p:nvPr/>
        </p:nvSpPr>
        <p:spPr>
          <a:xfrm>
            <a:off x="4831171" y="2924852"/>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Ellipse 39">
            <a:extLst>
              <a:ext uri="{FF2B5EF4-FFF2-40B4-BE49-F238E27FC236}">
                <a16:creationId xmlns:a16="http://schemas.microsoft.com/office/drawing/2014/main" id="{DB39524C-9F41-4A75-92C0-E8DC36EB24E3}"/>
              </a:ext>
            </a:extLst>
          </p:cNvPr>
          <p:cNvSpPr/>
          <p:nvPr/>
        </p:nvSpPr>
        <p:spPr>
          <a:xfrm>
            <a:off x="7274536" y="1785296"/>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1" name="Connecteur droit 40">
            <a:extLst>
              <a:ext uri="{FF2B5EF4-FFF2-40B4-BE49-F238E27FC236}">
                <a16:creationId xmlns:a16="http://schemas.microsoft.com/office/drawing/2014/main" id="{F6056753-7194-493B-8F00-DACF84285335}"/>
              </a:ext>
            </a:extLst>
          </p:cNvPr>
          <p:cNvCxnSpPr>
            <a:cxnSpLocks/>
          </p:cNvCxnSpPr>
          <p:nvPr/>
        </p:nvCxnSpPr>
        <p:spPr>
          <a:xfrm>
            <a:off x="7312636" y="1638510"/>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42" name="Triangle isocèle 41">
            <a:extLst>
              <a:ext uri="{FF2B5EF4-FFF2-40B4-BE49-F238E27FC236}">
                <a16:creationId xmlns:a16="http://schemas.microsoft.com/office/drawing/2014/main" id="{78E7B618-C338-47C8-AA2C-20A6F815DBC5}"/>
              </a:ext>
            </a:extLst>
          </p:cNvPr>
          <p:cNvSpPr/>
          <p:nvPr/>
        </p:nvSpPr>
        <p:spPr>
          <a:xfrm rot="5400000">
            <a:off x="7309735" y="1634119"/>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3" name="Flèche : bas 42">
            <a:extLst>
              <a:ext uri="{FF2B5EF4-FFF2-40B4-BE49-F238E27FC236}">
                <a16:creationId xmlns:a16="http://schemas.microsoft.com/office/drawing/2014/main" id="{3A992315-45F1-49E3-8C36-966B17AD8E5C}"/>
              </a:ext>
            </a:extLst>
          </p:cNvPr>
          <p:cNvSpPr/>
          <p:nvPr/>
        </p:nvSpPr>
        <p:spPr>
          <a:xfrm>
            <a:off x="7274536" y="1281240"/>
            <a:ext cx="114301" cy="285196"/>
          </a:xfrm>
          <a:prstGeom prst="downArrow">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4">
            <a:extLst>
              <a:ext uri="{FF2B5EF4-FFF2-40B4-BE49-F238E27FC236}">
                <a16:creationId xmlns:a16="http://schemas.microsoft.com/office/drawing/2014/main" id="{5AF385B4-9569-435A-B4BD-82D19C444C44}"/>
              </a:ext>
            </a:extLst>
          </p:cNvPr>
          <p:cNvCxnSpPr>
            <a:cxnSpLocks/>
          </p:cNvCxnSpPr>
          <p:nvPr/>
        </p:nvCxnSpPr>
        <p:spPr>
          <a:xfrm>
            <a:off x="6675159" y="2058123"/>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45" name="Connecteur droit 44">
            <a:extLst>
              <a:ext uri="{FF2B5EF4-FFF2-40B4-BE49-F238E27FC236}">
                <a16:creationId xmlns:a16="http://schemas.microsoft.com/office/drawing/2014/main" id="{C306F2D6-2937-45D1-AAD2-5D7F7BE612B8}"/>
              </a:ext>
            </a:extLst>
          </p:cNvPr>
          <p:cNvCxnSpPr>
            <a:cxnSpLocks/>
          </p:cNvCxnSpPr>
          <p:nvPr/>
        </p:nvCxnSpPr>
        <p:spPr>
          <a:xfrm rot="10800000" flipV="1">
            <a:off x="6675159" y="2049119"/>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48" name="Flèche : courbe vers la gauche 47">
            <a:extLst>
              <a:ext uri="{FF2B5EF4-FFF2-40B4-BE49-F238E27FC236}">
                <a16:creationId xmlns:a16="http://schemas.microsoft.com/office/drawing/2014/main" id="{0ECC42FE-3F36-43F9-A003-E171A062A636}"/>
              </a:ext>
            </a:extLst>
          </p:cNvPr>
          <p:cNvSpPr/>
          <p:nvPr/>
        </p:nvSpPr>
        <p:spPr>
          <a:xfrm rot="3370098">
            <a:off x="7115822" y="1843400"/>
            <a:ext cx="220194" cy="536393"/>
          </a:xfrm>
          <a:prstGeom prst="curvedLeftArrow">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50" name="Ellipse 49">
            <a:extLst>
              <a:ext uri="{FF2B5EF4-FFF2-40B4-BE49-F238E27FC236}">
                <a16:creationId xmlns:a16="http://schemas.microsoft.com/office/drawing/2014/main" id="{32E5EAE2-716A-4677-AEF2-25D2E0139FE6}"/>
              </a:ext>
            </a:extLst>
          </p:cNvPr>
          <p:cNvSpPr/>
          <p:nvPr/>
        </p:nvSpPr>
        <p:spPr>
          <a:xfrm>
            <a:off x="6941001" y="200691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1" name="Connecteur droit 50">
            <a:extLst>
              <a:ext uri="{FF2B5EF4-FFF2-40B4-BE49-F238E27FC236}">
                <a16:creationId xmlns:a16="http://schemas.microsoft.com/office/drawing/2014/main" id="{0B35FFB5-DD0E-478E-8EE3-D61068E8C4F6}"/>
              </a:ext>
            </a:extLst>
          </p:cNvPr>
          <p:cNvCxnSpPr>
            <a:cxnSpLocks/>
          </p:cNvCxnSpPr>
          <p:nvPr/>
        </p:nvCxnSpPr>
        <p:spPr>
          <a:xfrm>
            <a:off x="6979101" y="1860128"/>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2" name="Triangle isocèle 51">
            <a:extLst>
              <a:ext uri="{FF2B5EF4-FFF2-40B4-BE49-F238E27FC236}">
                <a16:creationId xmlns:a16="http://schemas.microsoft.com/office/drawing/2014/main" id="{C8E0FB1F-FDE1-448E-AF48-6081AB526E7A}"/>
              </a:ext>
            </a:extLst>
          </p:cNvPr>
          <p:cNvSpPr/>
          <p:nvPr/>
        </p:nvSpPr>
        <p:spPr>
          <a:xfrm rot="5400000">
            <a:off x="6976200" y="1855737"/>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3" name="Flèche : bas 52">
            <a:extLst>
              <a:ext uri="{FF2B5EF4-FFF2-40B4-BE49-F238E27FC236}">
                <a16:creationId xmlns:a16="http://schemas.microsoft.com/office/drawing/2014/main" id="{CBBDB90A-BC48-4D72-8B72-2945F56876F9}"/>
              </a:ext>
            </a:extLst>
          </p:cNvPr>
          <p:cNvSpPr/>
          <p:nvPr/>
        </p:nvSpPr>
        <p:spPr>
          <a:xfrm>
            <a:off x="6941001" y="1502858"/>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Forme libre : forme 53">
            <a:extLst>
              <a:ext uri="{FF2B5EF4-FFF2-40B4-BE49-F238E27FC236}">
                <a16:creationId xmlns:a16="http://schemas.microsoft.com/office/drawing/2014/main" id="{D5A95936-9AA8-45D6-94DC-356A1DD37300}"/>
              </a:ext>
            </a:extLst>
          </p:cNvPr>
          <p:cNvSpPr/>
          <p:nvPr/>
        </p:nvSpPr>
        <p:spPr>
          <a:xfrm rot="20565634">
            <a:off x="5828712" y="2050183"/>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Forme libre : forme 55">
            <a:extLst>
              <a:ext uri="{FF2B5EF4-FFF2-40B4-BE49-F238E27FC236}">
                <a16:creationId xmlns:a16="http://schemas.microsoft.com/office/drawing/2014/main" id="{71A2BE27-688D-4129-A1EB-9FE7F49A26A5}"/>
              </a:ext>
            </a:extLst>
          </p:cNvPr>
          <p:cNvSpPr/>
          <p:nvPr/>
        </p:nvSpPr>
        <p:spPr>
          <a:xfrm rot="20885189">
            <a:off x="5872707" y="2387637"/>
            <a:ext cx="396240" cy="344055"/>
          </a:xfrm>
          <a:custGeom>
            <a:avLst/>
            <a:gdLst>
              <a:gd name="connsiteX0" fmla="*/ 0 w 396240"/>
              <a:gd name="connsiteY0" fmla="*/ 16395 h 344055"/>
              <a:gd name="connsiteX1" fmla="*/ 144780 w 396240"/>
              <a:gd name="connsiteY1" fmla="*/ 8775 h 344055"/>
              <a:gd name="connsiteX2" fmla="*/ 129540 w 396240"/>
              <a:gd name="connsiteY2" fmla="*/ 123075 h 344055"/>
              <a:gd name="connsiteX3" fmla="*/ 259080 w 396240"/>
              <a:gd name="connsiteY3" fmla="*/ 153555 h 344055"/>
              <a:gd name="connsiteX4" fmla="*/ 266700 w 396240"/>
              <a:gd name="connsiteY4" fmla="*/ 252615 h 344055"/>
              <a:gd name="connsiteX5" fmla="*/ 396240 w 396240"/>
              <a:gd name="connsiteY5" fmla="*/ 344055 h 3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240" h="344055">
                <a:moveTo>
                  <a:pt x="0" y="16395"/>
                </a:moveTo>
                <a:cubicBezTo>
                  <a:pt x="61595" y="3695"/>
                  <a:pt x="123190" y="-9005"/>
                  <a:pt x="144780" y="8775"/>
                </a:cubicBezTo>
                <a:cubicBezTo>
                  <a:pt x="166370" y="26555"/>
                  <a:pt x="110490" y="98945"/>
                  <a:pt x="129540" y="123075"/>
                </a:cubicBezTo>
                <a:cubicBezTo>
                  <a:pt x="148590" y="147205"/>
                  <a:pt x="236220" y="131965"/>
                  <a:pt x="259080" y="153555"/>
                </a:cubicBezTo>
                <a:cubicBezTo>
                  <a:pt x="281940" y="175145"/>
                  <a:pt x="243840" y="220865"/>
                  <a:pt x="266700" y="252615"/>
                </a:cubicBezTo>
                <a:cubicBezTo>
                  <a:pt x="289560" y="284365"/>
                  <a:pt x="342900" y="314210"/>
                  <a:pt x="396240" y="344055"/>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llipse 56">
            <a:extLst>
              <a:ext uri="{FF2B5EF4-FFF2-40B4-BE49-F238E27FC236}">
                <a16:creationId xmlns:a16="http://schemas.microsoft.com/office/drawing/2014/main" id="{3E783311-98CD-46D5-9754-2658DD73FB55}"/>
              </a:ext>
            </a:extLst>
          </p:cNvPr>
          <p:cNvSpPr/>
          <p:nvPr/>
        </p:nvSpPr>
        <p:spPr>
          <a:xfrm>
            <a:off x="6282617" y="2407870"/>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8" name="Connecteur droit 57">
            <a:extLst>
              <a:ext uri="{FF2B5EF4-FFF2-40B4-BE49-F238E27FC236}">
                <a16:creationId xmlns:a16="http://schemas.microsoft.com/office/drawing/2014/main" id="{831FEDB6-A1DB-41CB-9C9F-7393A46F3F7B}"/>
              </a:ext>
            </a:extLst>
          </p:cNvPr>
          <p:cNvCxnSpPr>
            <a:cxnSpLocks/>
          </p:cNvCxnSpPr>
          <p:nvPr/>
        </p:nvCxnSpPr>
        <p:spPr>
          <a:xfrm>
            <a:off x="6320717" y="2261084"/>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59" name="Triangle isocèle 58">
            <a:extLst>
              <a:ext uri="{FF2B5EF4-FFF2-40B4-BE49-F238E27FC236}">
                <a16:creationId xmlns:a16="http://schemas.microsoft.com/office/drawing/2014/main" id="{8337963F-AF82-42EF-B80C-6C3F10951843}"/>
              </a:ext>
            </a:extLst>
          </p:cNvPr>
          <p:cNvSpPr/>
          <p:nvPr/>
        </p:nvSpPr>
        <p:spPr>
          <a:xfrm rot="5400000">
            <a:off x="6317816" y="2256693"/>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0" name="Flèche : bas 59">
            <a:extLst>
              <a:ext uri="{FF2B5EF4-FFF2-40B4-BE49-F238E27FC236}">
                <a16:creationId xmlns:a16="http://schemas.microsoft.com/office/drawing/2014/main" id="{C179002D-DC05-4618-9C32-E0379A05BDDA}"/>
              </a:ext>
            </a:extLst>
          </p:cNvPr>
          <p:cNvSpPr/>
          <p:nvPr/>
        </p:nvSpPr>
        <p:spPr>
          <a:xfrm>
            <a:off x="6282617" y="1903814"/>
            <a:ext cx="114301" cy="285196"/>
          </a:xfrm>
          <a:prstGeom prst="downArrow">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Flèche : bas 48">
            <a:extLst>
              <a:ext uri="{FF2B5EF4-FFF2-40B4-BE49-F238E27FC236}">
                <a16:creationId xmlns:a16="http://schemas.microsoft.com/office/drawing/2014/main" id="{BE686FFF-8786-4174-92A9-1C75C55E5B3F}"/>
              </a:ext>
            </a:extLst>
          </p:cNvPr>
          <p:cNvSpPr/>
          <p:nvPr/>
        </p:nvSpPr>
        <p:spPr>
          <a:xfrm rot="18734688">
            <a:off x="6369686" y="2430830"/>
            <a:ext cx="114301" cy="2216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38866E44-3A9C-4CB4-89A4-6E60EF529ACC}"/>
              </a:ext>
            </a:extLst>
          </p:cNvPr>
          <p:cNvSpPr/>
          <p:nvPr/>
        </p:nvSpPr>
        <p:spPr>
          <a:xfrm>
            <a:off x="5838430" y="1903814"/>
            <a:ext cx="819905" cy="8650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BE8CEC9E-B0C7-4BB6-993E-40109A50F039}"/>
              </a:ext>
            </a:extLst>
          </p:cNvPr>
          <p:cNvSpPr/>
          <p:nvPr/>
        </p:nvSpPr>
        <p:spPr>
          <a:xfrm>
            <a:off x="6669888" y="1432878"/>
            <a:ext cx="819905" cy="86507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2F862169-80DB-4151-AB03-F928A4A2244F}"/>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65" name="Ellipse 64">
            <a:extLst>
              <a:ext uri="{FF2B5EF4-FFF2-40B4-BE49-F238E27FC236}">
                <a16:creationId xmlns:a16="http://schemas.microsoft.com/office/drawing/2014/main" id="{DC033144-127B-4976-897D-950C27A146BB}"/>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5214E1BB-FBE6-4153-997F-ADDA477B1864}"/>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072157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3185039" cy="369332"/>
          </a:xfrm>
          <a:prstGeom prst="rect">
            <a:avLst/>
          </a:prstGeom>
          <a:noFill/>
        </p:spPr>
        <p:txBody>
          <a:bodyPr wrap="none" rtlCol="0">
            <a:spAutoFit/>
          </a:bodyPr>
          <a:lstStyle/>
          <a:p>
            <a:r>
              <a:rPr lang="fr-FR" dirty="0">
                <a:solidFill>
                  <a:schemeClr val="bg1"/>
                </a:solidFill>
              </a:rPr>
              <a:t>USE CASE 1&amp;2: Partie commune</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95C4A5E5-6BD2-4770-94C8-6DE5145E5A0E}"/>
              </a:ext>
            </a:extLst>
          </p:cNvPr>
          <p:cNvSpPr txBox="1"/>
          <p:nvPr/>
        </p:nvSpPr>
        <p:spPr>
          <a:xfrm>
            <a:off x="230546" y="927669"/>
            <a:ext cx="3549366" cy="2862322"/>
          </a:xfrm>
          <a:prstGeom prst="rect">
            <a:avLst/>
          </a:prstGeom>
          <a:noFill/>
        </p:spPr>
        <p:txBody>
          <a:bodyPr wrap="square" rtlCol="0">
            <a:spAutoFit/>
          </a:bodyPr>
          <a:lstStyle/>
          <a:p>
            <a:r>
              <a:rPr lang="fr-FR" dirty="0">
                <a:solidFill>
                  <a:schemeClr val="bg1"/>
                </a:solidFill>
              </a:rPr>
              <a:t>Etape 2:</a:t>
            </a:r>
          </a:p>
          <a:p>
            <a:pPr marL="285750" indent="-285750">
              <a:buFont typeface="Arial" panose="020B0604020202020204" pitchFamily="34" charset="0"/>
              <a:buChar char="•"/>
            </a:pPr>
            <a:r>
              <a:rPr lang="fr-FR" dirty="0">
                <a:solidFill>
                  <a:schemeClr val="bg1"/>
                </a:solidFill>
              </a:rPr>
              <a:t>Dépose des balises</a:t>
            </a:r>
          </a:p>
          <a:p>
            <a:pPr marL="285750" indent="-285750">
              <a:buFont typeface="Arial" panose="020B0604020202020204" pitchFamily="34" charset="0"/>
              <a:buChar char="•"/>
            </a:pPr>
            <a:r>
              <a:rPr lang="fr-FR" dirty="0">
                <a:solidFill>
                  <a:schemeClr val="bg1"/>
                </a:solidFill>
              </a:rPr>
              <a:t>Retour sur les lieux effectifs des lieux de dépôts des balises</a:t>
            </a:r>
          </a:p>
          <a:p>
            <a:pPr marL="285750" indent="-285750">
              <a:buFont typeface="Arial" panose="020B0604020202020204" pitchFamily="34" charset="0"/>
              <a:buChar char="•"/>
            </a:pPr>
            <a:r>
              <a:rPr lang="fr-FR" dirty="0">
                <a:solidFill>
                  <a:schemeClr val="bg1"/>
                </a:solidFill>
              </a:rPr>
              <a:t>Option : retour sur l’état de fonctionnement des balises</a:t>
            </a:r>
          </a:p>
          <a:p>
            <a:pPr marL="285750" indent="-285750">
              <a:buFont typeface="Arial" panose="020B0604020202020204" pitchFamily="34" charset="0"/>
              <a:buChar char="•"/>
            </a:pPr>
            <a:r>
              <a:rPr lang="fr-FR" dirty="0">
                <a:solidFill>
                  <a:schemeClr val="bg1"/>
                </a:solidFill>
              </a:rPr>
              <a:t>Retour de l’UAV sur le bateau (ou </a:t>
            </a:r>
            <a:r>
              <a:rPr lang="fr-FR" dirty="0" err="1">
                <a:solidFill>
                  <a:schemeClr val="bg1"/>
                </a:solidFill>
              </a:rPr>
              <a:t>océanisation</a:t>
            </a:r>
            <a:r>
              <a:rPr lang="fr-FR" dirty="0">
                <a:solidFill>
                  <a:schemeClr val="bg1"/>
                </a:solidFill>
              </a:rPr>
              <a:t>)</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6" name="Ellipse 25">
            <a:extLst>
              <a:ext uri="{FF2B5EF4-FFF2-40B4-BE49-F238E27FC236}">
                <a16:creationId xmlns:a16="http://schemas.microsoft.com/office/drawing/2014/main" id="{A1A6FB73-1ADC-41EB-8CEE-68EDE20DD20A}"/>
              </a:ext>
            </a:extLst>
          </p:cNvPr>
          <p:cNvSpPr/>
          <p:nvPr/>
        </p:nvSpPr>
        <p:spPr>
          <a:xfrm>
            <a:off x="5724128" y="282088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7" name="Connecteur droit 26">
            <a:extLst>
              <a:ext uri="{FF2B5EF4-FFF2-40B4-BE49-F238E27FC236}">
                <a16:creationId xmlns:a16="http://schemas.microsoft.com/office/drawing/2014/main" id="{C3DBAC5E-47A6-4895-AFDD-6480355BB036}"/>
              </a:ext>
            </a:extLst>
          </p:cNvPr>
          <p:cNvCxnSpPr>
            <a:cxnSpLocks/>
          </p:cNvCxnSpPr>
          <p:nvPr/>
        </p:nvCxnSpPr>
        <p:spPr>
          <a:xfrm>
            <a:off x="5762228" y="267410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28" name="Triangle isocèle 27">
            <a:extLst>
              <a:ext uri="{FF2B5EF4-FFF2-40B4-BE49-F238E27FC236}">
                <a16:creationId xmlns:a16="http://schemas.microsoft.com/office/drawing/2014/main" id="{BA2F88B4-72B5-4D9D-8F57-5F7B9D5A4A4A}"/>
              </a:ext>
            </a:extLst>
          </p:cNvPr>
          <p:cNvSpPr/>
          <p:nvPr/>
        </p:nvSpPr>
        <p:spPr>
          <a:xfrm rot="5400000">
            <a:off x="5759327" y="266971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9" name="Ellipse 28">
            <a:extLst>
              <a:ext uri="{FF2B5EF4-FFF2-40B4-BE49-F238E27FC236}">
                <a16:creationId xmlns:a16="http://schemas.microsoft.com/office/drawing/2014/main" id="{D15E73A4-904F-46E9-B291-5FB0387102F9}"/>
              </a:ext>
            </a:extLst>
          </p:cNvPr>
          <p:cNvSpPr/>
          <p:nvPr/>
        </p:nvSpPr>
        <p:spPr>
          <a:xfrm>
            <a:off x="5420379" y="318049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0" name="Connecteur droit 29">
            <a:extLst>
              <a:ext uri="{FF2B5EF4-FFF2-40B4-BE49-F238E27FC236}">
                <a16:creationId xmlns:a16="http://schemas.microsoft.com/office/drawing/2014/main" id="{CC90D047-5E49-45F1-8F4F-558EFBA16099}"/>
              </a:ext>
            </a:extLst>
          </p:cNvPr>
          <p:cNvCxnSpPr/>
          <p:nvPr/>
        </p:nvCxnSpPr>
        <p:spPr>
          <a:xfrm>
            <a:off x="5363229" y="3255204"/>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31" name="Ellipse 30">
            <a:extLst>
              <a:ext uri="{FF2B5EF4-FFF2-40B4-BE49-F238E27FC236}">
                <a16:creationId xmlns:a16="http://schemas.microsoft.com/office/drawing/2014/main" id="{9C6E2854-D07E-4751-96F8-01CDCAC8342C}"/>
              </a:ext>
            </a:extLst>
          </p:cNvPr>
          <p:cNvSpPr/>
          <p:nvPr/>
        </p:nvSpPr>
        <p:spPr>
          <a:xfrm>
            <a:off x="4860032" y="3257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2" name="Connecteur droit 31">
            <a:extLst>
              <a:ext uri="{FF2B5EF4-FFF2-40B4-BE49-F238E27FC236}">
                <a16:creationId xmlns:a16="http://schemas.microsoft.com/office/drawing/2014/main" id="{45B742DE-AF3C-4C37-A1A2-5B0C2C8DDE1D}"/>
              </a:ext>
            </a:extLst>
          </p:cNvPr>
          <p:cNvCxnSpPr/>
          <p:nvPr/>
        </p:nvCxnSpPr>
        <p:spPr>
          <a:xfrm>
            <a:off x="4802882" y="333198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33" name="Rectangle 32">
            <a:extLst>
              <a:ext uri="{FF2B5EF4-FFF2-40B4-BE49-F238E27FC236}">
                <a16:creationId xmlns:a16="http://schemas.microsoft.com/office/drawing/2014/main" id="{1C33E54E-595E-425A-BE42-FC702ABB5890}"/>
              </a:ext>
            </a:extLst>
          </p:cNvPr>
          <p:cNvSpPr/>
          <p:nvPr/>
        </p:nvSpPr>
        <p:spPr>
          <a:xfrm rot="3827685">
            <a:off x="4232765" y="3116019"/>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7" name="Flèche : bas 36">
            <a:extLst>
              <a:ext uri="{FF2B5EF4-FFF2-40B4-BE49-F238E27FC236}">
                <a16:creationId xmlns:a16="http://schemas.microsoft.com/office/drawing/2014/main" id="{C3CAEB6E-6192-438E-A9BC-977849371808}"/>
              </a:ext>
            </a:extLst>
          </p:cNvPr>
          <p:cNvSpPr/>
          <p:nvPr/>
        </p:nvSpPr>
        <p:spPr>
          <a:xfrm>
            <a:off x="5705077" y="2318304"/>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lèche : bas 37">
            <a:extLst>
              <a:ext uri="{FF2B5EF4-FFF2-40B4-BE49-F238E27FC236}">
                <a16:creationId xmlns:a16="http://schemas.microsoft.com/office/drawing/2014/main" id="{2DD6335D-1A5F-4FE5-BBD0-58E2781B6E32}"/>
              </a:ext>
            </a:extLst>
          </p:cNvPr>
          <p:cNvSpPr/>
          <p:nvPr/>
        </p:nvSpPr>
        <p:spPr>
          <a:xfrm>
            <a:off x="5401328" y="2821210"/>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Flèche : bas 38">
            <a:extLst>
              <a:ext uri="{FF2B5EF4-FFF2-40B4-BE49-F238E27FC236}">
                <a16:creationId xmlns:a16="http://schemas.microsoft.com/office/drawing/2014/main" id="{7E5E8E4C-054F-4BF6-8D49-FDF0DF40D7E2}"/>
              </a:ext>
            </a:extLst>
          </p:cNvPr>
          <p:cNvSpPr/>
          <p:nvPr/>
        </p:nvSpPr>
        <p:spPr>
          <a:xfrm>
            <a:off x="4831171" y="2924852"/>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32E5EAE2-716A-4677-AEF2-25D2E0139FE6}"/>
              </a:ext>
            </a:extLst>
          </p:cNvPr>
          <p:cNvSpPr/>
          <p:nvPr/>
        </p:nvSpPr>
        <p:spPr>
          <a:xfrm>
            <a:off x="6941001" y="200691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1" name="Connecteur droit 50">
            <a:extLst>
              <a:ext uri="{FF2B5EF4-FFF2-40B4-BE49-F238E27FC236}">
                <a16:creationId xmlns:a16="http://schemas.microsoft.com/office/drawing/2014/main" id="{0B35FFB5-DD0E-478E-8EE3-D61068E8C4F6}"/>
              </a:ext>
            </a:extLst>
          </p:cNvPr>
          <p:cNvCxnSpPr>
            <a:cxnSpLocks/>
          </p:cNvCxnSpPr>
          <p:nvPr/>
        </p:nvCxnSpPr>
        <p:spPr>
          <a:xfrm>
            <a:off x="6979101" y="1860128"/>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2" name="Triangle isocèle 51">
            <a:extLst>
              <a:ext uri="{FF2B5EF4-FFF2-40B4-BE49-F238E27FC236}">
                <a16:creationId xmlns:a16="http://schemas.microsoft.com/office/drawing/2014/main" id="{C8E0FB1F-FDE1-448E-AF48-6081AB526E7A}"/>
              </a:ext>
            </a:extLst>
          </p:cNvPr>
          <p:cNvSpPr/>
          <p:nvPr/>
        </p:nvSpPr>
        <p:spPr>
          <a:xfrm rot="5400000">
            <a:off x="6976200" y="1855737"/>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7" name="Ellipse 56">
            <a:extLst>
              <a:ext uri="{FF2B5EF4-FFF2-40B4-BE49-F238E27FC236}">
                <a16:creationId xmlns:a16="http://schemas.microsoft.com/office/drawing/2014/main" id="{3E783311-98CD-46D5-9754-2658DD73FB55}"/>
              </a:ext>
            </a:extLst>
          </p:cNvPr>
          <p:cNvSpPr/>
          <p:nvPr/>
        </p:nvSpPr>
        <p:spPr>
          <a:xfrm>
            <a:off x="6282617" y="2407870"/>
            <a:ext cx="76200" cy="74711"/>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8" name="Connecteur droit 57">
            <a:extLst>
              <a:ext uri="{FF2B5EF4-FFF2-40B4-BE49-F238E27FC236}">
                <a16:creationId xmlns:a16="http://schemas.microsoft.com/office/drawing/2014/main" id="{831FEDB6-A1DB-41CB-9C9F-7393A46F3F7B}"/>
              </a:ext>
            </a:extLst>
          </p:cNvPr>
          <p:cNvCxnSpPr>
            <a:cxnSpLocks/>
          </p:cNvCxnSpPr>
          <p:nvPr/>
        </p:nvCxnSpPr>
        <p:spPr>
          <a:xfrm>
            <a:off x="6320717" y="2261084"/>
            <a:ext cx="0" cy="209726"/>
          </a:xfrm>
          <a:prstGeom prst="line">
            <a:avLst/>
          </a:prstGeom>
          <a:ln>
            <a:solidFill>
              <a:schemeClr val="tx1"/>
            </a:solidFill>
          </a:ln>
          <a:effectLst/>
        </p:spPr>
        <p:style>
          <a:lnRef idx="3">
            <a:schemeClr val="dk1"/>
          </a:lnRef>
          <a:fillRef idx="0">
            <a:schemeClr val="dk1"/>
          </a:fillRef>
          <a:effectRef idx="2">
            <a:schemeClr val="dk1"/>
          </a:effectRef>
          <a:fontRef idx="minor">
            <a:schemeClr val="tx1"/>
          </a:fontRef>
        </p:style>
      </p:cxnSp>
      <p:sp>
        <p:nvSpPr>
          <p:cNvPr id="59" name="Triangle isocèle 58">
            <a:extLst>
              <a:ext uri="{FF2B5EF4-FFF2-40B4-BE49-F238E27FC236}">
                <a16:creationId xmlns:a16="http://schemas.microsoft.com/office/drawing/2014/main" id="{8337963F-AF82-42EF-B80C-6C3F10951843}"/>
              </a:ext>
            </a:extLst>
          </p:cNvPr>
          <p:cNvSpPr/>
          <p:nvPr/>
        </p:nvSpPr>
        <p:spPr>
          <a:xfrm rot="5400000">
            <a:off x="6317816" y="2256693"/>
            <a:ext cx="74710" cy="83495"/>
          </a:xfrm>
          <a:prstGeom prst="triangl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0" name="Flèche : bas 59">
            <a:extLst>
              <a:ext uri="{FF2B5EF4-FFF2-40B4-BE49-F238E27FC236}">
                <a16:creationId xmlns:a16="http://schemas.microsoft.com/office/drawing/2014/main" id="{C179002D-DC05-4618-9C32-E0379A05BDDA}"/>
              </a:ext>
            </a:extLst>
          </p:cNvPr>
          <p:cNvSpPr/>
          <p:nvPr/>
        </p:nvSpPr>
        <p:spPr>
          <a:xfrm>
            <a:off x="6282617" y="1903814"/>
            <a:ext cx="114301" cy="285196"/>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orme libre : forme 5">
            <a:extLst>
              <a:ext uri="{FF2B5EF4-FFF2-40B4-BE49-F238E27FC236}">
                <a16:creationId xmlns:a16="http://schemas.microsoft.com/office/drawing/2014/main" id="{D9D962CE-133B-4CA6-BB85-D8113ECF102D}"/>
              </a:ext>
            </a:extLst>
          </p:cNvPr>
          <p:cNvSpPr/>
          <p:nvPr/>
        </p:nvSpPr>
        <p:spPr>
          <a:xfrm>
            <a:off x="4762587" y="1501140"/>
            <a:ext cx="2781213" cy="1823145"/>
          </a:xfrm>
          <a:custGeom>
            <a:avLst/>
            <a:gdLst>
              <a:gd name="connsiteX0" fmla="*/ 2720253 w 2781213"/>
              <a:gd name="connsiteY0" fmla="*/ 213360 h 1823145"/>
              <a:gd name="connsiteX1" fmla="*/ 2278293 w 2781213"/>
              <a:gd name="connsiteY1" fmla="*/ 502920 h 1823145"/>
              <a:gd name="connsiteX2" fmla="*/ 1562013 w 2781213"/>
              <a:gd name="connsiteY2" fmla="*/ 944880 h 1823145"/>
              <a:gd name="connsiteX3" fmla="*/ 998133 w 2781213"/>
              <a:gd name="connsiteY3" fmla="*/ 1363980 h 1823145"/>
              <a:gd name="connsiteX4" fmla="*/ 731433 w 2781213"/>
              <a:gd name="connsiteY4" fmla="*/ 1684020 h 1823145"/>
              <a:gd name="connsiteX5" fmla="*/ 167553 w 2781213"/>
              <a:gd name="connsiteY5" fmla="*/ 1790700 h 1823145"/>
              <a:gd name="connsiteX6" fmla="*/ 53253 w 2781213"/>
              <a:gd name="connsiteY6" fmla="*/ 1127760 h 1823145"/>
              <a:gd name="connsiteX7" fmla="*/ 937173 w 2781213"/>
              <a:gd name="connsiteY7" fmla="*/ 312420 h 1823145"/>
              <a:gd name="connsiteX8" fmla="*/ 2781213 w 2781213"/>
              <a:gd name="connsiteY8" fmla="*/ 0 h 18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1213" h="1823145">
                <a:moveTo>
                  <a:pt x="2720253" y="213360"/>
                </a:moveTo>
                <a:cubicBezTo>
                  <a:pt x="2595793" y="297180"/>
                  <a:pt x="2471333" y="381000"/>
                  <a:pt x="2278293" y="502920"/>
                </a:cubicBezTo>
                <a:cubicBezTo>
                  <a:pt x="2085253" y="624840"/>
                  <a:pt x="1775373" y="801370"/>
                  <a:pt x="1562013" y="944880"/>
                </a:cubicBezTo>
                <a:cubicBezTo>
                  <a:pt x="1348653" y="1088390"/>
                  <a:pt x="1136563" y="1240790"/>
                  <a:pt x="998133" y="1363980"/>
                </a:cubicBezTo>
                <a:cubicBezTo>
                  <a:pt x="859703" y="1487170"/>
                  <a:pt x="869863" y="1612900"/>
                  <a:pt x="731433" y="1684020"/>
                </a:cubicBezTo>
                <a:cubicBezTo>
                  <a:pt x="593003" y="1755140"/>
                  <a:pt x="280583" y="1883410"/>
                  <a:pt x="167553" y="1790700"/>
                </a:cubicBezTo>
                <a:cubicBezTo>
                  <a:pt x="54523" y="1697990"/>
                  <a:pt x="-75017" y="1374140"/>
                  <a:pt x="53253" y="1127760"/>
                </a:cubicBezTo>
                <a:cubicBezTo>
                  <a:pt x="181523" y="881380"/>
                  <a:pt x="482513" y="500380"/>
                  <a:pt x="937173" y="312420"/>
                </a:cubicBezTo>
                <a:cubicBezTo>
                  <a:pt x="1391833" y="124460"/>
                  <a:pt x="2086523" y="62230"/>
                  <a:pt x="2781213" y="0"/>
                </a:cubicBezTo>
              </a:path>
            </a:pathLst>
          </a:cu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6" name="Rectangle 45">
            <a:extLst>
              <a:ext uri="{FF2B5EF4-FFF2-40B4-BE49-F238E27FC236}">
                <a16:creationId xmlns:a16="http://schemas.microsoft.com/office/drawing/2014/main" id="{AF34856B-2A06-4BC2-93AE-56E42C5029BD}"/>
              </a:ext>
            </a:extLst>
          </p:cNvPr>
          <p:cNvSpPr/>
          <p:nvPr/>
        </p:nvSpPr>
        <p:spPr>
          <a:xfrm>
            <a:off x="4707761" y="2485341"/>
            <a:ext cx="278606" cy="57150"/>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7" name="Rectangle 46">
            <a:extLst>
              <a:ext uri="{FF2B5EF4-FFF2-40B4-BE49-F238E27FC236}">
                <a16:creationId xmlns:a16="http://schemas.microsoft.com/office/drawing/2014/main" id="{84B186FA-87C4-4CE7-90B6-C348C6E9F71E}"/>
              </a:ext>
            </a:extLst>
          </p:cNvPr>
          <p:cNvSpPr/>
          <p:nvPr/>
        </p:nvSpPr>
        <p:spPr>
          <a:xfrm>
            <a:off x="4666089" y="241985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5" name="Rectangle 54">
            <a:extLst>
              <a:ext uri="{FF2B5EF4-FFF2-40B4-BE49-F238E27FC236}">
                <a16:creationId xmlns:a16="http://schemas.microsoft.com/office/drawing/2014/main" id="{A0783035-B8AE-40DA-9681-31E967C7F931}"/>
              </a:ext>
            </a:extLst>
          </p:cNvPr>
          <p:cNvSpPr/>
          <p:nvPr/>
        </p:nvSpPr>
        <p:spPr>
          <a:xfrm>
            <a:off x="4950649" y="241985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1" name="Connecteur droit 60">
            <a:extLst>
              <a:ext uri="{FF2B5EF4-FFF2-40B4-BE49-F238E27FC236}">
                <a16:creationId xmlns:a16="http://schemas.microsoft.com/office/drawing/2014/main" id="{2D0DD42D-511E-4ED7-A96B-0803180163AB}"/>
              </a:ext>
            </a:extLst>
          </p:cNvPr>
          <p:cNvCxnSpPr>
            <a:stCxn id="55" idx="2"/>
          </p:cNvCxnSpPr>
          <p:nvPr/>
        </p:nvCxnSpPr>
        <p:spPr>
          <a:xfrm>
            <a:off x="4976248" y="2542492"/>
            <a:ext cx="25598" cy="92869"/>
          </a:xfrm>
          <a:prstGeom prst="line">
            <a:avLst/>
          </a:prstGeom>
        </p:spPr>
        <p:style>
          <a:lnRef idx="1">
            <a:schemeClr val="dk1"/>
          </a:lnRef>
          <a:fillRef idx="0">
            <a:schemeClr val="dk1"/>
          </a:fillRef>
          <a:effectRef idx="0">
            <a:schemeClr val="dk1"/>
          </a:effectRef>
          <a:fontRef idx="minor">
            <a:schemeClr val="tx1"/>
          </a:fontRef>
        </p:style>
      </p:cxnSp>
      <p:cxnSp>
        <p:nvCxnSpPr>
          <p:cNvPr id="62" name="Connecteur droit 61">
            <a:extLst>
              <a:ext uri="{FF2B5EF4-FFF2-40B4-BE49-F238E27FC236}">
                <a16:creationId xmlns:a16="http://schemas.microsoft.com/office/drawing/2014/main" id="{59A7BB62-1BF2-4CDB-A857-11A5F9770D94}"/>
              </a:ext>
            </a:extLst>
          </p:cNvPr>
          <p:cNvCxnSpPr>
            <a:cxnSpLocks/>
          </p:cNvCxnSpPr>
          <p:nvPr/>
        </p:nvCxnSpPr>
        <p:spPr>
          <a:xfrm flipH="1">
            <a:off x="4669364" y="2542491"/>
            <a:ext cx="25598" cy="92869"/>
          </a:xfrm>
          <a:prstGeom prst="line">
            <a:avLst/>
          </a:prstGeom>
        </p:spPr>
        <p:style>
          <a:lnRef idx="1">
            <a:schemeClr val="dk1"/>
          </a:lnRef>
          <a:fillRef idx="0">
            <a:schemeClr val="dk1"/>
          </a:fillRef>
          <a:effectRef idx="0">
            <a:schemeClr val="dk1"/>
          </a:effectRef>
          <a:fontRef idx="minor">
            <a:schemeClr val="tx1"/>
          </a:fontRef>
        </p:style>
      </p:cxnSp>
      <p:sp>
        <p:nvSpPr>
          <p:cNvPr id="63" name="Corde 62">
            <a:extLst>
              <a:ext uri="{FF2B5EF4-FFF2-40B4-BE49-F238E27FC236}">
                <a16:creationId xmlns:a16="http://schemas.microsoft.com/office/drawing/2014/main" id="{4000DF50-B59F-4FEE-A920-1178D200D3B9}"/>
              </a:ext>
            </a:extLst>
          </p:cNvPr>
          <p:cNvSpPr/>
          <p:nvPr/>
        </p:nvSpPr>
        <p:spPr>
          <a:xfrm rot="6685707">
            <a:off x="4660333" y="2364026"/>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4" name="Corde 63">
            <a:extLst>
              <a:ext uri="{FF2B5EF4-FFF2-40B4-BE49-F238E27FC236}">
                <a16:creationId xmlns:a16="http://schemas.microsoft.com/office/drawing/2014/main" id="{7CCAFA06-A759-4C8F-A637-E1FC763E52B1}"/>
              </a:ext>
            </a:extLst>
          </p:cNvPr>
          <p:cNvSpPr/>
          <p:nvPr/>
        </p:nvSpPr>
        <p:spPr>
          <a:xfrm rot="6685707">
            <a:off x="4944893" y="2360699"/>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5" name="Triangle isocèle 64">
            <a:extLst>
              <a:ext uri="{FF2B5EF4-FFF2-40B4-BE49-F238E27FC236}">
                <a16:creationId xmlns:a16="http://schemas.microsoft.com/office/drawing/2014/main" id="{2F54B498-66D0-4A0C-B8B2-49BD93EEDF4C}"/>
              </a:ext>
            </a:extLst>
          </p:cNvPr>
          <p:cNvSpPr/>
          <p:nvPr/>
        </p:nvSpPr>
        <p:spPr>
          <a:xfrm>
            <a:off x="4574659" y="236480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6" name="Triangle isocèle 65">
            <a:extLst>
              <a:ext uri="{FF2B5EF4-FFF2-40B4-BE49-F238E27FC236}">
                <a16:creationId xmlns:a16="http://schemas.microsoft.com/office/drawing/2014/main" id="{B65AB197-118F-4276-9B55-BA7453F77C70}"/>
              </a:ext>
            </a:extLst>
          </p:cNvPr>
          <p:cNvSpPr/>
          <p:nvPr/>
        </p:nvSpPr>
        <p:spPr>
          <a:xfrm>
            <a:off x="4728894" y="236480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7" name="Triangle isocèle 66">
            <a:extLst>
              <a:ext uri="{FF2B5EF4-FFF2-40B4-BE49-F238E27FC236}">
                <a16:creationId xmlns:a16="http://schemas.microsoft.com/office/drawing/2014/main" id="{55989110-770E-41DA-943B-CA0DB6CB6188}"/>
              </a:ext>
            </a:extLst>
          </p:cNvPr>
          <p:cNvSpPr/>
          <p:nvPr/>
        </p:nvSpPr>
        <p:spPr>
          <a:xfrm>
            <a:off x="4857364" y="2363070"/>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8" name="Triangle isocèle 67">
            <a:extLst>
              <a:ext uri="{FF2B5EF4-FFF2-40B4-BE49-F238E27FC236}">
                <a16:creationId xmlns:a16="http://schemas.microsoft.com/office/drawing/2014/main" id="{35CC864D-BCE4-4ADF-9305-B9AE0CB01EFE}"/>
              </a:ext>
            </a:extLst>
          </p:cNvPr>
          <p:cNvSpPr/>
          <p:nvPr/>
        </p:nvSpPr>
        <p:spPr>
          <a:xfrm>
            <a:off x="5016768" y="2359465"/>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9" name="Ellipse 68">
            <a:extLst>
              <a:ext uri="{FF2B5EF4-FFF2-40B4-BE49-F238E27FC236}">
                <a16:creationId xmlns:a16="http://schemas.microsoft.com/office/drawing/2014/main" id="{15D3A90C-6F76-4260-B237-572479A31585}"/>
              </a:ext>
            </a:extLst>
          </p:cNvPr>
          <p:cNvSpPr/>
          <p:nvPr/>
        </p:nvSpPr>
        <p:spPr>
          <a:xfrm>
            <a:off x="4741496" y="2431644"/>
            <a:ext cx="193675" cy="1936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70" name="Ellipse 69">
            <a:extLst>
              <a:ext uri="{FF2B5EF4-FFF2-40B4-BE49-F238E27FC236}">
                <a16:creationId xmlns:a16="http://schemas.microsoft.com/office/drawing/2014/main" id="{303A2F15-D3D7-49FA-8D21-4976C4D2BF6C}"/>
              </a:ext>
            </a:extLst>
          </p:cNvPr>
          <p:cNvSpPr/>
          <p:nvPr/>
        </p:nvSpPr>
        <p:spPr>
          <a:xfrm>
            <a:off x="4778276" y="2467957"/>
            <a:ext cx="114698" cy="121047"/>
          </a:xfrm>
          <a:prstGeom prst="ellipse">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3" name="Flèche : bas 52">
            <a:extLst>
              <a:ext uri="{FF2B5EF4-FFF2-40B4-BE49-F238E27FC236}">
                <a16:creationId xmlns:a16="http://schemas.microsoft.com/office/drawing/2014/main" id="{CBBDB90A-BC48-4D72-8B72-2945F56876F9}"/>
              </a:ext>
            </a:extLst>
          </p:cNvPr>
          <p:cNvSpPr/>
          <p:nvPr/>
        </p:nvSpPr>
        <p:spPr>
          <a:xfrm>
            <a:off x="6941001" y="1502858"/>
            <a:ext cx="114301" cy="285196"/>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EB44B52A-DE35-46FF-95C7-AA69901EA4A5}"/>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7" name="Ellipse 76">
            <a:extLst>
              <a:ext uri="{FF2B5EF4-FFF2-40B4-BE49-F238E27FC236}">
                <a16:creationId xmlns:a16="http://schemas.microsoft.com/office/drawing/2014/main" id="{FEFC9A02-8897-44A0-8DB3-ECBB79BB5608}"/>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ABC5DA35-B2E2-42DA-9744-BD5BEA44A0D5}"/>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209989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1</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3139321"/>
          </a:xfrm>
          <a:prstGeom prst="rect">
            <a:avLst/>
          </a:prstGeom>
          <a:noFill/>
        </p:spPr>
        <p:txBody>
          <a:bodyPr wrap="square" rtlCol="0">
            <a:spAutoFit/>
          </a:bodyPr>
          <a:lstStyle/>
          <a:p>
            <a:r>
              <a:rPr lang="fr-FR" dirty="0">
                <a:solidFill>
                  <a:schemeClr val="bg1"/>
                </a:solidFill>
              </a:rPr>
              <a:t>Etape 1:</a:t>
            </a:r>
          </a:p>
          <a:p>
            <a:pPr marL="285750" indent="-285750">
              <a:buFont typeface="Arial" panose="020B0604020202020204" pitchFamily="34" charset="0"/>
              <a:buChar char="•"/>
            </a:pPr>
            <a:r>
              <a:rPr lang="fr-FR" dirty="0">
                <a:solidFill>
                  <a:schemeClr val="bg1"/>
                </a:solidFill>
              </a:rPr>
              <a:t>Etablissement du plan pour l’UUV tier-1</a:t>
            </a:r>
          </a:p>
          <a:p>
            <a:pPr marL="285750" indent="-285750">
              <a:buFont typeface="Arial" panose="020B0604020202020204" pitchFamily="34" charset="0"/>
              <a:buChar char="•"/>
            </a:pPr>
            <a:r>
              <a:rPr lang="fr-FR" dirty="0">
                <a:solidFill>
                  <a:schemeClr val="bg1"/>
                </a:solidFill>
              </a:rPr>
              <a:t>Proposition d’affectation des véhicules tier-3 aux emplacements cibles</a:t>
            </a:r>
          </a:p>
          <a:p>
            <a:pPr marL="285750" indent="-285750">
              <a:buFont typeface="Arial" panose="020B0604020202020204" pitchFamily="34" charset="0"/>
              <a:buChar char="•"/>
            </a:pPr>
            <a:r>
              <a:rPr lang="fr-FR" dirty="0">
                <a:solidFill>
                  <a:schemeClr val="bg1"/>
                </a:solidFill>
              </a:rPr>
              <a:t>Séquence de lancement dont circuit d’attente pour ralliement global</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0" name="Rectangle : coins arrondis 19">
            <a:extLst>
              <a:ext uri="{FF2B5EF4-FFF2-40B4-BE49-F238E27FC236}">
                <a16:creationId xmlns:a16="http://schemas.microsoft.com/office/drawing/2014/main" id="{6CBF7A50-B111-4C52-B42B-59B330C759EB}"/>
              </a:ext>
            </a:extLst>
          </p:cNvPr>
          <p:cNvSpPr/>
          <p:nvPr/>
        </p:nvSpPr>
        <p:spPr>
          <a:xfrm rot="19693001" flipV="1">
            <a:off x="7074325" y="1930939"/>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0740E862-6FD3-4236-A592-F764F4082375}"/>
              </a:ext>
            </a:extLst>
          </p:cNvPr>
          <p:cNvSpPr txBox="1"/>
          <p:nvPr/>
        </p:nvSpPr>
        <p:spPr>
          <a:xfrm>
            <a:off x="7181941" y="2101669"/>
            <a:ext cx="303288" cy="261610"/>
          </a:xfrm>
          <a:prstGeom prst="rect">
            <a:avLst/>
          </a:prstGeom>
          <a:noFill/>
        </p:spPr>
        <p:txBody>
          <a:bodyPr wrap="none" rtlCol="0">
            <a:spAutoFit/>
          </a:bodyPr>
          <a:lstStyle/>
          <a:p>
            <a:r>
              <a:rPr lang="fr-FR" sz="1050" dirty="0"/>
              <a:t>t1</a:t>
            </a:r>
            <a:endParaRPr lang="fr-FR" dirty="0"/>
          </a:p>
        </p:txBody>
      </p:sp>
      <p:sp>
        <p:nvSpPr>
          <p:cNvPr id="23" name="Flèche : courbe vers la gauche 22">
            <a:extLst>
              <a:ext uri="{FF2B5EF4-FFF2-40B4-BE49-F238E27FC236}">
                <a16:creationId xmlns:a16="http://schemas.microsoft.com/office/drawing/2014/main" id="{83CE6EE1-A1AE-4A48-8038-C83DEF155518}"/>
              </a:ext>
            </a:extLst>
          </p:cNvPr>
          <p:cNvSpPr/>
          <p:nvPr/>
        </p:nvSpPr>
        <p:spPr>
          <a:xfrm>
            <a:off x="7217814" y="1797440"/>
            <a:ext cx="144016" cy="360040"/>
          </a:xfrm>
          <a:prstGeom prst="curvedLef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5" name="Flèche : courbe vers la gauche 24">
            <a:extLst>
              <a:ext uri="{FF2B5EF4-FFF2-40B4-BE49-F238E27FC236}">
                <a16:creationId xmlns:a16="http://schemas.microsoft.com/office/drawing/2014/main" id="{A3FB8125-30C5-44C7-A63B-9988DF6AA448}"/>
              </a:ext>
            </a:extLst>
          </p:cNvPr>
          <p:cNvSpPr/>
          <p:nvPr/>
        </p:nvSpPr>
        <p:spPr>
          <a:xfrm flipH="1" flipV="1">
            <a:off x="7012179" y="1769604"/>
            <a:ext cx="144016" cy="360040"/>
          </a:xfrm>
          <a:prstGeom prst="curvedLeftArrow">
            <a:avLst>
              <a:gd name="adj1" fmla="val 0"/>
              <a:gd name="adj2" fmla="val 500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Forme libre : forme 23">
            <a:extLst>
              <a:ext uri="{FF2B5EF4-FFF2-40B4-BE49-F238E27FC236}">
                <a16:creationId xmlns:a16="http://schemas.microsoft.com/office/drawing/2014/main" id="{8B58B905-C678-411E-B90D-32A4D6F5F621}"/>
              </a:ext>
            </a:extLst>
          </p:cNvPr>
          <p:cNvSpPr/>
          <p:nvPr/>
        </p:nvSpPr>
        <p:spPr>
          <a:xfrm>
            <a:off x="4981575" y="2143125"/>
            <a:ext cx="2052638" cy="1186930"/>
          </a:xfrm>
          <a:custGeom>
            <a:avLst/>
            <a:gdLst>
              <a:gd name="connsiteX0" fmla="*/ 2052638 w 2052638"/>
              <a:gd name="connsiteY0" fmla="*/ 0 h 1186930"/>
              <a:gd name="connsiteX1" fmla="*/ 1528763 w 2052638"/>
              <a:gd name="connsiteY1" fmla="*/ 433388 h 1186930"/>
              <a:gd name="connsiteX2" fmla="*/ 438150 w 2052638"/>
              <a:gd name="connsiteY2" fmla="*/ 1095375 h 1186930"/>
              <a:gd name="connsiteX3" fmla="*/ 0 w 2052638"/>
              <a:gd name="connsiteY3" fmla="*/ 1176338 h 1186930"/>
            </a:gdLst>
            <a:ahLst/>
            <a:cxnLst>
              <a:cxn ang="0">
                <a:pos x="connsiteX0" y="connsiteY0"/>
              </a:cxn>
              <a:cxn ang="0">
                <a:pos x="connsiteX1" y="connsiteY1"/>
              </a:cxn>
              <a:cxn ang="0">
                <a:pos x="connsiteX2" y="connsiteY2"/>
              </a:cxn>
              <a:cxn ang="0">
                <a:pos x="connsiteX3" y="connsiteY3"/>
              </a:cxn>
            </a:cxnLst>
            <a:rect l="l" t="t" r="r" b="b"/>
            <a:pathLst>
              <a:path w="2052638" h="1186930">
                <a:moveTo>
                  <a:pt x="2052638" y="0"/>
                </a:moveTo>
                <a:cubicBezTo>
                  <a:pt x="1925241" y="125413"/>
                  <a:pt x="1797844" y="250826"/>
                  <a:pt x="1528763" y="433388"/>
                </a:cubicBezTo>
                <a:cubicBezTo>
                  <a:pt x="1259682" y="615950"/>
                  <a:pt x="692944" y="971550"/>
                  <a:pt x="438150" y="1095375"/>
                </a:cubicBezTo>
                <a:cubicBezTo>
                  <a:pt x="183356" y="1219200"/>
                  <a:pt x="73819" y="1184276"/>
                  <a:pt x="0" y="1176338"/>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A0AC140F-E068-4063-8B2C-20CC573AF9E6}"/>
              </a:ext>
            </a:extLst>
          </p:cNvPr>
          <p:cNvSpPr/>
          <p:nvPr/>
        </p:nvSpPr>
        <p:spPr>
          <a:xfrm rot="10800000">
            <a:off x="7635221" y="177958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Triangle isocèle 27">
            <a:extLst>
              <a:ext uri="{FF2B5EF4-FFF2-40B4-BE49-F238E27FC236}">
                <a16:creationId xmlns:a16="http://schemas.microsoft.com/office/drawing/2014/main" id="{970C477E-2A29-4CDC-A32F-923DEAA31B41}"/>
              </a:ext>
            </a:extLst>
          </p:cNvPr>
          <p:cNvSpPr/>
          <p:nvPr/>
        </p:nvSpPr>
        <p:spPr>
          <a:xfrm rot="14268662">
            <a:off x="7460900" y="1923598"/>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2DA7CB87-23F0-497F-905C-E76C7BE4EBE4}"/>
              </a:ext>
            </a:extLst>
          </p:cNvPr>
          <p:cNvSpPr/>
          <p:nvPr/>
        </p:nvSpPr>
        <p:spPr>
          <a:xfrm rot="14268662">
            <a:off x="7203951" y="1597519"/>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1439D6A3-6287-413A-999E-53359AD8CA21}"/>
              </a:ext>
            </a:extLst>
          </p:cNvPr>
          <p:cNvSpPr/>
          <p:nvPr/>
        </p:nvSpPr>
        <p:spPr>
          <a:xfrm rot="14268662">
            <a:off x="7460898" y="172613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AA211EDD-8C77-497D-94C1-6E80E96819F8}"/>
              </a:ext>
            </a:extLst>
          </p:cNvPr>
          <p:cNvSpPr txBox="1"/>
          <p:nvPr/>
        </p:nvSpPr>
        <p:spPr>
          <a:xfrm>
            <a:off x="7084153" y="1491140"/>
            <a:ext cx="195575" cy="253916"/>
          </a:xfrm>
          <a:prstGeom prst="rect">
            <a:avLst/>
          </a:prstGeom>
          <a:noFill/>
        </p:spPr>
        <p:txBody>
          <a:bodyPr wrap="square" rtlCol="0">
            <a:spAutoFit/>
          </a:bodyPr>
          <a:lstStyle/>
          <a:p>
            <a:r>
              <a:rPr lang="fr-FR" sz="1050" dirty="0"/>
              <a:t>a</a:t>
            </a:r>
            <a:endParaRPr lang="fr-FR" dirty="0"/>
          </a:p>
        </p:txBody>
      </p:sp>
      <p:sp>
        <p:nvSpPr>
          <p:cNvPr id="32" name="ZoneTexte 31">
            <a:extLst>
              <a:ext uri="{FF2B5EF4-FFF2-40B4-BE49-F238E27FC236}">
                <a16:creationId xmlns:a16="http://schemas.microsoft.com/office/drawing/2014/main" id="{B7A8432B-B599-4C20-8A2C-5E62F4184B32}"/>
              </a:ext>
            </a:extLst>
          </p:cNvPr>
          <p:cNvSpPr txBox="1"/>
          <p:nvPr/>
        </p:nvSpPr>
        <p:spPr>
          <a:xfrm>
            <a:off x="7292513" y="1656564"/>
            <a:ext cx="195575" cy="253916"/>
          </a:xfrm>
          <a:prstGeom prst="rect">
            <a:avLst/>
          </a:prstGeom>
          <a:noFill/>
        </p:spPr>
        <p:txBody>
          <a:bodyPr wrap="square" rtlCol="0">
            <a:spAutoFit/>
          </a:bodyPr>
          <a:lstStyle/>
          <a:p>
            <a:r>
              <a:rPr lang="fr-FR" sz="1050" dirty="0"/>
              <a:t>b</a:t>
            </a:r>
            <a:endParaRPr lang="fr-FR" dirty="0"/>
          </a:p>
        </p:txBody>
      </p:sp>
      <p:sp>
        <p:nvSpPr>
          <p:cNvPr id="33" name="ZoneTexte 32">
            <a:extLst>
              <a:ext uri="{FF2B5EF4-FFF2-40B4-BE49-F238E27FC236}">
                <a16:creationId xmlns:a16="http://schemas.microsoft.com/office/drawing/2014/main" id="{75DFD62E-067F-470C-9AC2-FD52E1E08DE9}"/>
              </a:ext>
            </a:extLst>
          </p:cNvPr>
          <p:cNvSpPr txBox="1"/>
          <p:nvPr/>
        </p:nvSpPr>
        <p:spPr>
          <a:xfrm>
            <a:off x="7644427" y="1715113"/>
            <a:ext cx="195575" cy="253916"/>
          </a:xfrm>
          <a:prstGeom prst="rect">
            <a:avLst/>
          </a:prstGeom>
          <a:noFill/>
        </p:spPr>
        <p:txBody>
          <a:bodyPr wrap="square" rtlCol="0">
            <a:spAutoFit/>
          </a:bodyPr>
          <a:lstStyle/>
          <a:p>
            <a:r>
              <a:rPr lang="fr-FR" sz="1050" dirty="0"/>
              <a:t>c</a:t>
            </a:r>
            <a:endParaRPr lang="fr-FR" dirty="0"/>
          </a:p>
        </p:txBody>
      </p:sp>
      <p:sp>
        <p:nvSpPr>
          <p:cNvPr id="34" name="ZoneTexte 33">
            <a:extLst>
              <a:ext uri="{FF2B5EF4-FFF2-40B4-BE49-F238E27FC236}">
                <a16:creationId xmlns:a16="http://schemas.microsoft.com/office/drawing/2014/main" id="{469AA67B-E975-4004-8C52-5DDABAC53DAA}"/>
              </a:ext>
            </a:extLst>
          </p:cNvPr>
          <p:cNvSpPr txBox="1"/>
          <p:nvPr/>
        </p:nvSpPr>
        <p:spPr>
          <a:xfrm>
            <a:off x="7404277" y="1962448"/>
            <a:ext cx="195575" cy="253916"/>
          </a:xfrm>
          <a:prstGeom prst="rect">
            <a:avLst/>
          </a:prstGeom>
          <a:noFill/>
        </p:spPr>
        <p:txBody>
          <a:bodyPr wrap="square" rtlCol="0">
            <a:spAutoFit/>
          </a:bodyPr>
          <a:lstStyle/>
          <a:p>
            <a:r>
              <a:rPr lang="fr-FR" sz="1050" dirty="0"/>
              <a:t>d</a:t>
            </a:r>
            <a:endParaRPr lang="fr-FR" dirty="0"/>
          </a:p>
        </p:txBody>
      </p:sp>
      <p:sp>
        <p:nvSpPr>
          <p:cNvPr id="35" name="ZoneTexte 34">
            <a:extLst>
              <a:ext uri="{FF2B5EF4-FFF2-40B4-BE49-F238E27FC236}">
                <a16:creationId xmlns:a16="http://schemas.microsoft.com/office/drawing/2014/main" id="{5788E547-F1EC-49A4-912D-5C7112AE6504}"/>
              </a:ext>
            </a:extLst>
          </p:cNvPr>
          <p:cNvSpPr txBox="1"/>
          <p:nvPr/>
        </p:nvSpPr>
        <p:spPr>
          <a:xfrm>
            <a:off x="4546910" y="2948848"/>
            <a:ext cx="195575" cy="253916"/>
          </a:xfrm>
          <a:prstGeom prst="rect">
            <a:avLst/>
          </a:prstGeom>
          <a:noFill/>
        </p:spPr>
        <p:txBody>
          <a:bodyPr wrap="square" rtlCol="0">
            <a:spAutoFit/>
          </a:bodyPr>
          <a:lstStyle/>
          <a:p>
            <a:r>
              <a:rPr lang="fr-FR" sz="1050" dirty="0"/>
              <a:t>a</a:t>
            </a:r>
            <a:endParaRPr lang="fr-FR" dirty="0"/>
          </a:p>
        </p:txBody>
      </p:sp>
      <p:sp>
        <p:nvSpPr>
          <p:cNvPr id="36" name="ZoneTexte 35">
            <a:extLst>
              <a:ext uri="{FF2B5EF4-FFF2-40B4-BE49-F238E27FC236}">
                <a16:creationId xmlns:a16="http://schemas.microsoft.com/office/drawing/2014/main" id="{A725BE69-6D43-4014-B57A-6FEE4D9CE060}"/>
              </a:ext>
            </a:extLst>
          </p:cNvPr>
          <p:cNvSpPr txBox="1"/>
          <p:nvPr/>
        </p:nvSpPr>
        <p:spPr>
          <a:xfrm>
            <a:off x="4272219" y="3167674"/>
            <a:ext cx="195575" cy="253916"/>
          </a:xfrm>
          <a:prstGeom prst="rect">
            <a:avLst/>
          </a:prstGeom>
          <a:noFill/>
        </p:spPr>
        <p:txBody>
          <a:bodyPr wrap="square" rtlCol="0">
            <a:spAutoFit/>
          </a:bodyPr>
          <a:lstStyle/>
          <a:p>
            <a:r>
              <a:rPr lang="fr-FR" sz="1050" dirty="0"/>
              <a:t>b</a:t>
            </a:r>
            <a:endParaRPr lang="fr-FR" dirty="0"/>
          </a:p>
        </p:txBody>
      </p:sp>
      <p:sp>
        <p:nvSpPr>
          <p:cNvPr id="37" name="ZoneTexte 36">
            <a:extLst>
              <a:ext uri="{FF2B5EF4-FFF2-40B4-BE49-F238E27FC236}">
                <a16:creationId xmlns:a16="http://schemas.microsoft.com/office/drawing/2014/main" id="{F9C12C22-86E5-4799-97E5-141DA46CE1EB}"/>
              </a:ext>
            </a:extLst>
          </p:cNvPr>
          <p:cNvSpPr txBox="1"/>
          <p:nvPr/>
        </p:nvSpPr>
        <p:spPr>
          <a:xfrm>
            <a:off x="4405329" y="3391471"/>
            <a:ext cx="195575" cy="253916"/>
          </a:xfrm>
          <a:prstGeom prst="rect">
            <a:avLst/>
          </a:prstGeom>
          <a:noFill/>
        </p:spPr>
        <p:txBody>
          <a:bodyPr wrap="square" rtlCol="0">
            <a:spAutoFit/>
          </a:bodyPr>
          <a:lstStyle/>
          <a:p>
            <a:r>
              <a:rPr lang="fr-FR" sz="1050" dirty="0"/>
              <a:t>c</a:t>
            </a:r>
            <a:endParaRPr lang="fr-FR" dirty="0"/>
          </a:p>
        </p:txBody>
      </p:sp>
      <p:sp>
        <p:nvSpPr>
          <p:cNvPr id="38" name="ZoneTexte 37">
            <a:extLst>
              <a:ext uri="{FF2B5EF4-FFF2-40B4-BE49-F238E27FC236}">
                <a16:creationId xmlns:a16="http://schemas.microsoft.com/office/drawing/2014/main" id="{A1B03832-44C0-4A20-BB86-192348C050A0}"/>
              </a:ext>
            </a:extLst>
          </p:cNvPr>
          <p:cNvSpPr txBox="1"/>
          <p:nvPr/>
        </p:nvSpPr>
        <p:spPr>
          <a:xfrm>
            <a:off x="4560164" y="3181930"/>
            <a:ext cx="195575" cy="253916"/>
          </a:xfrm>
          <a:prstGeom prst="rect">
            <a:avLst/>
          </a:prstGeom>
          <a:noFill/>
        </p:spPr>
        <p:txBody>
          <a:bodyPr wrap="square" rtlCol="0">
            <a:spAutoFit/>
          </a:bodyPr>
          <a:lstStyle/>
          <a:p>
            <a:r>
              <a:rPr lang="fr-FR" sz="1050" dirty="0"/>
              <a:t>d</a:t>
            </a:r>
            <a:endParaRPr lang="fr-FR" dirty="0"/>
          </a:p>
        </p:txBody>
      </p:sp>
      <p:sp>
        <p:nvSpPr>
          <p:cNvPr id="39" name="ZoneTexte 38">
            <a:extLst>
              <a:ext uri="{FF2B5EF4-FFF2-40B4-BE49-F238E27FC236}">
                <a16:creationId xmlns:a16="http://schemas.microsoft.com/office/drawing/2014/main" id="{5F6DA448-47DB-47F5-91B3-F4F381FFDEEB}"/>
              </a:ext>
            </a:extLst>
          </p:cNvPr>
          <p:cNvSpPr txBox="1"/>
          <p:nvPr/>
        </p:nvSpPr>
        <p:spPr>
          <a:xfrm>
            <a:off x="7796827" y="1867513"/>
            <a:ext cx="195575" cy="253916"/>
          </a:xfrm>
          <a:prstGeom prst="rect">
            <a:avLst/>
          </a:prstGeom>
          <a:noFill/>
        </p:spPr>
        <p:txBody>
          <a:bodyPr wrap="square" rtlCol="0">
            <a:spAutoFit/>
          </a:bodyPr>
          <a:lstStyle/>
          <a:p>
            <a:r>
              <a:rPr lang="fr-FR" sz="1050" dirty="0"/>
              <a:t>e</a:t>
            </a:r>
            <a:endParaRPr lang="fr-FR" dirty="0"/>
          </a:p>
        </p:txBody>
      </p:sp>
      <p:sp>
        <p:nvSpPr>
          <p:cNvPr id="41" name="Triangle isocèle 40">
            <a:extLst>
              <a:ext uri="{FF2B5EF4-FFF2-40B4-BE49-F238E27FC236}">
                <a16:creationId xmlns:a16="http://schemas.microsoft.com/office/drawing/2014/main" id="{9221DD4A-3CF2-4D41-9054-9A5C1C4E2AEC}"/>
              </a:ext>
            </a:extLst>
          </p:cNvPr>
          <p:cNvSpPr/>
          <p:nvPr/>
        </p:nvSpPr>
        <p:spPr>
          <a:xfrm rot="14268662">
            <a:off x="7750170" y="1978066"/>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llipse 44">
            <a:extLst>
              <a:ext uri="{FF2B5EF4-FFF2-40B4-BE49-F238E27FC236}">
                <a16:creationId xmlns:a16="http://schemas.microsoft.com/office/drawing/2014/main" id="{BB753AB2-2002-473B-83FF-D390C7E94B61}"/>
              </a:ext>
            </a:extLst>
          </p:cNvPr>
          <p:cNvSpPr/>
          <p:nvPr/>
        </p:nvSpPr>
        <p:spPr>
          <a:xfrm>
            <a:off x="6778429" y="224624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6" name="Connecteur droit 45">
            <a:extLst>
              <a:ext uri="{FF2B5EF4-FFF2-40B4-BE49-F238E27FC236}">
                <a16:creationId xmlns:a16="http://schemas.microsoft.com/office/drawing/2014/main" id="{435BF016-86C8-4123-8B53-85C0115A03A3}"/>
              </a:ext>
            </a:extLst>
          </p:cNvPr>
          <p:cNvCxnSpPr>
            <a:cxnSpLocks/>
          </p:cNvCxnSpPr>
          <p:nvPr/>
        </p:nvCxnSpPr>
        <p:spPr>
          <a:xfrm>
            <a:off x="6816529" y="2099455"/>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7" name="Triangle isocèle 46">
            <a:extLst>
              <a:ext uri="{FF2B5EF4-FFF2-40B4-BE49-F238E27FC236}">
                <a16:creationId xmlns:a16="http://schemas.microsoft.com/office/drawing/2014/main" id="{C8F77887-591F-4BDD-ACB9-6159C5CA5EF2}"/>
              </a:ext>
            </a:extLst>
          </p:cNvPr>
          <p:cNvSpPr/>
          <p:nvPr/>
        </p:nvSpPr>
        <p:spPr>
          <a:xfrm rot="5400000">
            <a:off x="6813628" y="2095064"/>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8" name="Ellipse 47">
            <a:extLst>
              <a:ext uri="{FF2B5EF4-FFF2-40B4-BE49-F238E27FC236}">
                <a16:creationId xmlns:a16="http://schemas.microsoft.com/office/drawing/2014/main" id="{9669C585-3787-4633-BDD1-3378AAEB666D}"/>
              </a:ext>
            </a:extLst>
          </p:cNvPr>
          <p:cNvSpPr/>
          <p:nvPr/>
        </p:nvSpPr>
        <p:spPr>
          <a:xfrm>
            <a:off x="6329237" y="2634518"/>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9" name="Connecteur droit 48">
            <a:extLst>
              <a:ext uri="{FF2B5EF4-FFF2-40B4-BE49-F238E27FC236}">
                <a16:creationId xmlns:a16="http://schemas.microsoft.com/office/drawing/2014/main" id="{02FF409E-FF98-4B0A-98BF-252FEE825C62}"/>
              </a:ext>
            </a:extLst>
          </p:cNvPr>
          <p:cNvCxnSpPr>
            <a:cxnSpLocks/>
          </p:cNvCxnSpPr>
          <p:nvPr/>
        </p:nvCxnSpPr>
        <p:spPr>
          <a:xfrm>
            <a:off x="6367337" y="248773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0" name="Triangle isocèle 49">
            <a:extLst>
              <a:ext uri="{FF2B5EF4-FFF2-40B4-BE49-F238E27FC236}">
                <a16:creationId xmlns:a16="http://schemas.microsoft.com/office/drawing/2014/main" id="{06D9108C-2B7C-4590-85C4-097493AD48FD}"/>
              </a:ext>
            </a:extLst>
          </p:cNvPr>
          <p:cNvSpPr/>
          <p:nvPr/>
        </p:nvSpPr>
        <p:spPr>
          <a:xfrm rot="5400000">
            <a:off x="6364436" y="2483341"/>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1" name="Ellipse 50">
            <a:extLst>
              <a:ext uri="{FF2B5EF4-FFF2-40B4-BE49-F238E27FC236}">
                <a16:creationId xmlns:a16="http://schemas.microsoft.com/office/drawing/2014/main" id="{D0D518C5-A1BB-47E3-B356-295578D763B0}"/>
              </a:ext>
            </a:extLst>
          </p:cNvPr>
          <p:cNvSpPr/>
          <p:nvPr/>
        </p:nvSpPr>
        <p:spPr>
          <a:xfrm>
            <a:off x="5848722" y="288536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2" name="Connecteur droit 51">
            <a:extLst>
              <a:ext uri="{FF2B5EF4-FFF2-40B4-BE49-F238E27FC236}">
                <a16:creationId xmlns:a16="http://schemas.microsoft.com/office/drawing/2014/main" id="{5DED3C41-EF18-484D-BC65-855DC0F97BF1}"/>
              </a:ext>
            </a:extLst>
          </p:cNvPr>
          <p:cNvCxnSpPr>
            <a:cxnSpLocks/>
          </p:cNvCxnSpPr>
          <p:nvPr/>
        </p:nvCxnSpPr>
        <p:spPr>
          <a:xfrm>
            <a:off x="5886822" y="273858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3" name="Triangle isocèle 52">
            <a:extLst>
              <a:ext uri="{FF2B5EF4-FFF2-40B4-BE49-F238E27FC236}">
                <a16:creationId xmlns:a16="http://schemas.microsoft.com/office/drawing/2014/main" id="{CAA63125-3ED5-49D6-BFDD-FC42555BC8B0}"/>
              </a:ext>
            </a:extLst>
          </p:cNvPr>
          <p:cNvSpPr/>
          <p:nvPr/>
        </p:nvSpPr>
        <p:spPr>
          <a:xfrm rot="5400000">
            <a:off x="5883921" y="273419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4" name="Ellipse 53">
            <a:extLst>
              <a:ext uri="{FF2B5EF4-FFF2-40B4-BE49-F238E27FC236}">
                <a16:creationId xmlns:a16="http://schemas.microsoft.com/office/drawing/2014/main" id="{F4A09C61-01AD-4F6F-A86F-04AC79A50CDE}"/>
              </a:ext>
            </a:extLst>
          </p:cNvPr>
          <p:cNvSpPr/>
          <p:nvPr/>
        </p:nvSpPr>
        <p:spPr>
          <a:xfrm>
            <a:off x="5517184" y="3102563"/>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5" name="Connecteur droit 54">
            <a:extLst>
              <a:ext uri="{FF2B5EF4-FFF2-40B4-BE49-F238E27FC236}">
                <a16:creationId xmlns:a16="http://schemas.microsoft.com/office/drawing/2014/main" id="{9E58E719-DA64-4930-84A5-3FC94F5C9A9E}"/>
              </a:ext>
            </a:extLst>
          </p:cNvPr>
          <p:cNvCxnSpPr/>
          <p:nvPr/>
        </p:nvCxnSpPr>
        <p:spPr>
          <a:xfrm>
            <a:off x="5460034" y="3177273"/>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56" name="Ellipse 55">
            <a:extLst>
              <a:ext uri="{FF2B5EF4-FFF2-40B4-BE49-F238E27FC236}">
                <a16:creationId xmlns:a16="http://schemas.microsoft.com/office/drawing/2014/main" id="{A29AE922-FDFA-4B1C-B908-F30AEFF4435E}"/>
              </a:ext>
            </a:extLst>
          </p:cNvPr>
          <p:cNvSpPr/>
          <p:nvPr/>
        </p:nvSpPr>
        <p:spPr>
          <a:xfrm>
            <a:off x="5142445" y="3257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7" name="Connecteur droit 56">
            <a:extLst>
              <a:ext uri="{FF2B5EF4-FFF2-40B4-BE49-F238E27FC236}">
                <a16:creationId xmlns:a16="http://schemas.microsoft.com/office/drawing/2014/main" id="{2538E251-F7F7-47B4-864C-EB2B61D16F94}"/>
              </a:ext>
            </a:extLst>
          </p:cNvPr>
          <p:cNvCxnSpPr/>
          <p:nvPr/>
        </p:nvCxnSpPr>
        <p:spPr>
          <a:xfrm>
            <a:off x="5085295" y="333198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58" name="ZoneTexte 57">
            <a:extLst>
              <a:ext uri="{FF2B5EF4-FFF2-40B4-BE49-F238E27FC236}">
                <a16:creationId xmlns:a16="http://schemas.microsoft.com/office/drawing/2014/main" id="{460158A8-E297-4601-984E-763BB7CB8360}"/>
              </a:ext>
            </a:extLst>
          </p:cNvPr>
          <p:cNvSpPr txBox="1"/>
          <p:nvPr/>
        </p:nvSpPr>
        <p:spPr>
          <a:xfrm>
            <a:off x="4690961" y="3344898"/>
            <a:ext cx="195575" cy="253916"/>
          </a:xfrm>
          <a:prstGeom prst="rect">
            <a:avLst/>
          </a:prstGeom>
          <a:noFill/>
        </p:spPr>
        <p:txBody>
          <a:bodyPr wrap="square" rtlCol="0">
            <a:spAutoFit/>
          </a:bodyPr>
          <a:lstStyle/>
          <a:p>
            <a:r>
              <a:rPr lang="fr-FR" sz="1050" dirty="0"/>
              <a:t>e</a:t>
            </a:r>
            <a:endParaRPr lang="fr-FR" dirty="0"/>
          </a:p>
        </p:txBody>
      </p:sp>
      <p:sp>
        <p:nvSpPr>
          <p:cNvPr id="59" name="Rectangle 58">
            <a:extLst>
              <a:ext uri="{FF2B5EF4-FFF2-40B4-BE49-F238E27FC236}">
                <a16:creationId xmlns:a16="http://schemas.microsoft.com/office/drawing/2014/main" id="{B407B706-1084-4417-97ED-9D2CB75710F2}"/>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60" name="Ellipse 59">
            <a:extLst>
              <a:ext uri="{FF2B5EF4-FFF2-40B4-BE49-F238E27FC236}">
                <a16:creationId xmlns:a16="http://schemas.microsoft.com/office/drawing/2014/main" id="{6DEA1480-0F75-4064-B8B9-3C6CD067FBD3}"/>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9666D8EB-190E-41D3-93AC-27F4DD3A1E98}"/>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3977007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1</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1754326"/>
          </a:xfrm>
          <a:prstGeom prst="rect">
            <a:avLst/>
          </a:prstGeom>
          <a:noFill/>
        </p:spPr>
        <p:txBody>
          <a:bodyPr wrap="square" rtlCol="0">
            <a:spAutoFit/>
          </a:bodyPr>
          <a:lstStyle/>
          <a:p>
            <a:r>
              <a:rPr lang="fr-FR" dirty="0">
                <a:solidFill>
                  <a:schemeClr val="bg1"/>
                </a:solidFill>
              </a:rPr>
              <a:t>Etape 2:</a:t>
            </a:r>
          </a:p>
          <a:p>
            <a:pPr marL="285750" indent="-285750">
              <a:buFont typeface="Arial" panose="020B0604020202020204" pitchFamily="34" charset="0"/>
              <a:buChar char="•"/>
            </a:pPr>
            <a:r>
              <a:rPr lang="fr-FR" dirty="0">
                <a:solidFill>
                  <a:schemeClr val="bg1"/>
                </a:solidFill>
              </a:rPr>
              <a:t>Recherche de la prochaine balise</a:t>
            </a:r>
          </a:p>
          <a:p>
            <a:pPr marL="285750" indent="-285750">
              <a:buFont typeface="Arial" panose="020B0604020202020204" pitchFamily="34" charset="0"/>
              <a:buChar char="•"/>
            </a:pPr>
            <a:r>
              <a:rPr lang="fr-FR" dirty="0">
                <a:solidFill>
                  <a:schemeClr val="bg1"/>
                </a:solidFill>
              </a:rPr>
              <a:t>Recalage</a:t>
            </a:r>
          </a:p>
          <a:p>
            <a:pPr marL="285750" indent="-285750">
              <a:buFont typeface="Arial" panose="020B0604020202020204" pitchFamily="34" charset="0"/>
              <a:buChar char="•"/>
            </a:pPr>
            <a:r>
              <a:rPr lang="fr-FR" dirty="0">
                <a:solidFill>
                  <a:schemeClr val="bg1"/>
                </a:solidFill>
              </a:rPr>
              <a:t>Itération (pour chaque balise)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Ellipse 22">
            <a:extLst>
              <a:ext uri="{FF2B5EF4-FFF2-40B4-BE49-F238E27FC236}">
                <a16:creationId xmlns:a16="http://schemas.microsoft.com/office/drawing/2014/main" id="{3F20290D-DFCF-4084-A730-F006621F7803}"/>
              </a:ext>
            </a:extLst>
          </p:cNvPr>
          <p:cNvSpPr/>
          <p:nvPr/>
        </p:nvSpPr>
        <p:spPr>
          <a:xfrm>
            <a:off x="6625388" y="260413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4" name="Connecteur droit 23">
            <a:extLst>
              <a:ext uri="{FF2B5EF4-FFF2-40B4-BE49-F238E27FC236}">
                <a16:creationId xmlns:a16="http://schemas.microsoft.com/office/drawing/2014/main" id="{B5159168-7114-4280-B728-45B101A3E33D}"/>
              </a:ext>
            </a:extLst>
          </p:cNvPr>
          <p:cNvCxnSpPr>
            <a:cxnSpLocks/>
          </p:cNvCxnSpPr>
          <p:nvPr/>
        </p:nvCxnSpPr>
        <p:spPr>
          <a:xfrm>
            <a:off x="6663488" y="2457348"/>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25" name="Triangle isocèle 24">
            <a:extLst>
              <a:ext uri="{FF2B5EF4-FFF2-40B4-BE49-F238E27FC236}">
                <a16:creationId xmlns:a16="http://schemas.microsoft.com/office/drawing/2014/main" id="{2C4848B8-460D-495A-B0A1-A16204DD8D60}"/>
              </a:ext>
            </a:extLst>
          </p:cNvPr>
          <p:cNvSpPr/>
          <p:nvPr/>
        </p:nvSpPr>
        <p:spPr>
          <a:xfrm rot="5400000">
            <a:off x="6660587" y="2452957"/>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6" name="Rectangle : coins arrondis 25">
            <a:extLst>
              <a:ext uri="{FF2B5EF4-FFF2-40B4-BE49-F238E27FC236}">
                <a16:creationId xmlns:a16="http://schemas.microsoft.com/office/drawing/2014/main" id="{D69C3B3D-A2C8-4958-AC95-946EC8B5A25D}"/>
              </a:ext>
            </a:extLst>
          </p:cNvPr>
          <p:cNvSpPr/>
          <p:nvPr/>
        </p:nvSpPr>
        <p:spPr>
          <a:xfrm rot="19693001" flipV="1">
            <a:off x="7000743" y="2267277"/>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889C00A5-8E60-4E24-8D45-401F95B32513}"/>
              </a:ext>
            </a:extLst>
          </p:cNvPr>
          <p:cNvSpPr/>
          <p:nvPr/>
        </p:nvSpPr>
        <p:spPr>
          <a:xfrm>
            <a:off x="6359512" y="2286811"/>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8" name="Ellipse 27">
            <a:extLst>
              <a:ext uri="{FF2B5EF4-FFF2-40B4-BE49-F238E27FC236}">
                <a16:creationId xmlns:a16="http://schemas.microsoft.com/office/drawing/2014/main" id="{F38793DD-98B9-4313-8079-2A176EB1DE54}"/>
              </a:ext>
            </a:extLst>
          </p:cNvPr>
          <p:cNvSpPr/>
          <p:nvPr/>
        </p:nvSpPr>
        <p:spPr>
          <a:xfrm>
            <a:off x="6785902" y="1991027"/>
            <a:ext cx="638106" cy="650462"/>
          </a:xfrm>
          <a:prstGeom prst="ellipse">
            <a:avLst/>
          </a:prstGeom>
          <a:noFill/>
          <a:ln w="9525">
            <a:solidFill>
              <a:schemeClr val="tx2">
                <a:lumMod val="75000"/>
              </a:schemeClr>
            </a:solidFill>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0F0530D9-8FF2-406F-B1DC-275A15479FF8}"/>
              </a:ext>
            </a:extLst>
          </p:cNvPr>
          <p:cNvSpPr/>
          <p:nvPr/>
        </p:nvSpPr>
        <p:spPr>
          <a:xfrm rot="14268662">
            <a:off x="7277463" y="2096149"/>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E4FE2662-A251-4CD8-90D6-CD27489E3F54}"/>
              </a:ext>
            </a:extLst>
          </p:cNvPr>
          <p:cNvSpPr/>
          <p:nvPr/>
        </p:nvSpPr>
        <p:spPr>
          <a:xfrm rot="14268662">
            <a:off x="7130705" y="2051509"/>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Triangle isocèle 30">
            <a:extLst>
              <a:ext uri="{FF2B5EF4-FFF2-40B4-BE49-F238E27FC236}">
                <a16:creationId xmlns:a16="http://schemas.microsoft.com/office/drawing/2014/main" id="{27711CE1-5B1F-4A62-8719-2581D2A4E482}"/>
              </a:ext>
            </a:extLst>
          </p:cNvPr>
          <p:cNvSpPr/>
          <p:nvPr/>
        </p:nvSpPr>
        <p:spPr>
          <a:xfrm rot="14268662">
            <a:off x="7293388" y="1962021"/>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riangle isocèle 31">
            <a:extLst>
              <a:ext uri="{FF2B5EF4-FFF2-40B4-BE49-F238E27FC236}">
                <a16:creationId xmlns:a16="http://schemas.microsoft.com/office/drawing/2014/main" id="{6A5F2288-9F65-4C48-98C9-4B30B5354499}"/>
              </a:ext>
            </a:extLst>
          </p:cNvPr>
          <p:cNvSpPr/>
          <p:nvPr/>
        </p:nvSpPr>
        <p:spPr>
          <a:xfrm rot="14268662">
            <a:off x="7252769" y="223809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Triangle isocèle 32">
            <a:extLst>
              <a:ext uri="{FF2B5EF4-FFF2-40B4-BE49-F238E27FC236}">
                <a16:creationId xmlns:a16="http://schemas.microsoft.com/office/drawing/2014/main" id="{1DF3AF37-9BBA-429D-8439-80BE0D6E4EE8}"/>
              </a:ext>
            </a:extLst>
          </p:cNvPr>
          <p:cNvSpPr/>
          <p:nvPr/>
        </p:nvSpPr>
        <p:spPr>
          <a:xfrm rot="14268662">
            <a:off x="7391174" y="2134694"/>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lèche : bas 3">
            <a:extLst>
              <a:ext uri="{FF2B5EF4-FFF2-40B4-BE49-F238E27FC236}">
                <a16:creationId xmlns:a16="http://schemas.microsoft.com/office/drawing/2014/main" id="{661CA76A-9EE3-4FB4-8793-77B43D7CB529}"/>
              </a:ext>
            </a:extLst>
          </p:cNvPr>
          <p:cNvSpPr/>
          <p:nvPr/>
        </p:nvSpPr>
        <p:spPr>
          <a:xfrm rot="3240087">
            <a:off x="6843462" y="2346448"/>
            <a:ext cx="73145" cy="2561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D46BC992-F39F-4607-AF8C-28D24C9697BD}"/>
              </a:ext>
            </a:extLst>
          </p:cNvPr>
          <p:cNvSpPr/>
          <p:nvPr/>
        </p:nvSpPr>
        <p:spPr>
          <a:xfrm>
            <a:off x="5953360" y="2946565"/>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5" name="Connecteur droit 34">
            <a:extLst>
              <a:ext uri="{FF2B5EF4-FFF2-40B4-BE49-F238E27FC236}">
                <a16:creationId xmlns:a16="http://schemas.microsoft.com/office/drawing/2014/main" id="{FD06F5BC-FD6B-455F-AF0F-9E3B4C509B54}"/>
              </a:ext>
            </a:extLst>
          </p:cNvPr>
          <p:cNvCxnSpPr>
            <a:cxnSpLocks/>
          </p:cNvCxnSpPr>
          <p:nvPr/>
        </p:nvCxnSpPr>
        <p:spPr>
          <a:xfrm>
            <a:off x="5991460" y="2799779"/>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36" name="Triangle isocèle 35">
            <a:extLst>
              <a:ext uri="{FF2B5EF4-FFF2-40B4-BE49-F238E27FC236}">
                <a16:creationId xmlns:a16="http://schemas.microsoft.com/office/drawing/2014/main" id="{5FFED67F-5ECC-4AD4-BD72-BAD4421D7EAA}"/>
              </a:ext>
            </a:extLst>
          </p:cNvPr>
          <p:cNvSpPr/>
          <p:nvPr/>
        </p:nvSpPr>
        <p:spPr>
          <a:xfrm rot="5400000">
            <a:off x="5988559" y="2795388"/>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37" name="Ellipse 36">
            <a:extLst>
              <a:ext uri="{FF2B5EF4-FFF2-40B4-BE49-F238E27FC236}">
                <a16:creationId xmlns:a16="http://schemas.microsoft.com/office/drawing/2014/main" id="{096309D0-565A-4C0D-B1DA-D9750F324887}"/>
              </a:ext>
            </a:extLst>
          </p:cNvPr>
          <p:cNvSpPr/>
          <p:nvPr/>
        </p:nvSpPr>
        <p:spPr>
          <a:xfrm>
            <a:off x="5687484" y="2629242"/>
            <a:ext cx="638106" cy="650462"/>
          </a:xfrm>
          <a:prstGeom prst="ellipse">
            <a:avLst/>
          </a:prstGeom>
          <a:noFill/>
          <a:ln w="9525">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9" name="Flèche : bas 38">
            <a:extLst>
              <a:ext uri="{FF2B5EF4-FFF2-40B4-BE49-F238E27FC236}">
                <a16:creationId xmlns:a16="http://schemas.microsoft.com/office/drawing/2014/main" id="{31AC9075-426B-4F92-86A5-F28EE04B71F8}"/>
              </a:ext>
            </a:extLst>
          </p:cNvPr>
          <p:cNvSpPr/>
          <p:nvPr/>
        </p:nvSpPr>
        <p:spPr>
          <a:xfrm rot="3908248" flipH="1">
            <a:off x="6297642" y="2584741"/>
            <a:ext cx="45719" cy="44788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0" name="Ellipse 39">
            <a:extLst>
              <a:ext uri="{FF2B5EF4-FFF2-40B4-BE49-F238E27FC236}">
                <a16:creationId xmlns:a16="http://schemas.microsoft.com/office/drawing/2014/main" id="{74198EF8-91A4-413F-B542-8A0B1D88E5A7}"/>
              </a:ext>
            </a:extLst>
          </p:cNvPr>
          <p:cNvSpPr/>
          <p:nvPr/>
        </p:nvSpPr>
        <p:spPr>
          <a:xfrm>
            <a:off x="5316742" y="321992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1" name="Connecteur droit 40">
            <a:extLst>
              <a:ext uri="{FF2B5EF4-FFF2-40B4-BE49-F238E27FC236}">
                <a16:creationId xmlns:a16="http://schemas.microsoft.com/office/drawing/2014/main" id="{D38BDB28-D974-480C-A9CE-0F7A13248DCB}"/>
              </a:ext>
            </a:extLst>
          </p:cNvPr>
          <p:cNvCxnSpPr/>
          <p:nvPr/>
        </p:nvCxnSpPr>
        <p:spPr>
          <a:xfrm>
            <a:off x="5259592" y="3294631"/>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42" name="Flèche : bas 41">
            <a:extLst>
              <a:ext uri="{FF2B5EF4-FFF2-40B4-BE49-F238E27FC236}">
                <a16:creationId xmlns:a16="http://schemas.microsoft.com/office/drawing/2014/main" id="{6362B169-EB6D-4018-B74E-FE09FFBEFE77}"/>
              </a:ext>
            </a:extLst>
          </p:cNvPr>
          <p:cNvSpPr/>
          <p:nvPr/>
        </p:nvSpPr>
        <p:spPr>
          <a:xfrm rot="3908248" flipH="1">
            <a:off x="5653380" y="2897585"/>
            <a:ext cx="45719" cy="44788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39712D71-0C35-4153-B676-ED564758C04A}"/>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44" name="Ellipse 43">
            <a:extLst>
              <a:ext uri="{FF2B5EF4-FFF2-40B4-BE49-F238E27FC236}">
                <a16:creationId xmlns:a16="http://schemas.microsoft.com/office/drawing/2014/main" id="{F5B8F1B5-2092-42F6-AC8B-7E1B2AB697BE}"/>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EE7DFE49-45D6-4897-B31B-B6A6CD8D3391}"/>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418665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1</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475062" y="3022122"/>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669233" y="320723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788292" y="356727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864969" y="3358050"/>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813248" y="306322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5101281" y="342326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280919" y="2667796"/>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699728" y="3282049"/>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3693319"/>
          </a:xfrm>
          <a:prstGeom prst="rect">
            <a:avLst/>
          </a:prstGeom>
          <a:noFill/>
        </p:spPr>
        <p:txBody>
          <a:bodyPr wrap="square" rtlCol="0">
            <a:spAutoFit/>
          </a:bodyPr>
          <a:lstStyle/>
          <a:p>
            <a:r>
              <a:rPr lang="fr-FR" dirty="0">
                <a:solidFill>
                  <a:schemeClr val="bg1"/>
                </a:solidFill>
              </a:rPr>
              <a:t>Etape 3:</a:t>
            </a:r>
          </a:p>
          <a:p>
            <a:pPr marL="285750" indent="-285750">
              <a:buFont typeface="Arial" panose="020B0604020202020204" pitchFamily="34" charset="0"/>
              <a:buChar char="•"/>
            </a:pPr>
            <a:r>
              <a:rPr lang="fr-FR" dirty="0">
                <a:solidFill>
                  <a:schemeClr val="bg1"/>
                </a:solidFill>
              </a:rPr>
              <a:t>Dépôt des UUV tier-3</a:t>
            </a:r>
          </a:p>
          <a:p>
            <a:pPr marL="285750" indent="-285750">
              <a:buFont typeface="Arial" panose="020B0604020202020204" pitchFamily="34" charset="0"/>
              <a:buChar char="•"/>
            </a:pPr>
            <a:r>
              <a:rPr lang="fr-FR" dirty="0">
                <a:solidFill>
                  <a:schemeClr val="bg1"/>
                </a:solidFill>
              </a:rPr>
              <a:t>Une phase de localisation par UUV tier-3 via UUV tier-1</a:t>
            </a:r>
          </a:p>
          <a:p>
            <a:pPr marL="285750" indent="-285750">
              <a:buFont typeface="Arial" panose="020B0604020202020204" pitchFamily="34" charset="0"/>
              <a:buChar char="•"/>
            </a:pPr>
            <a:r>
              <a:rPr lang="fr-FR" dirty="0">
                <a:solidFill>
                  <a:schemeClr val="bg1"/>
                </a:solidFill>
              </a:rPr>
              <a:t>Atterrissage des véhicules tier-3 (1 par 1) </a:t>
            </a:r>
          </a:p>
          <a:p>
            <a:pPr marL="742950" lvl="1" indent="-285750">
              <a:buFont typeface="Courier New" panose="02070309020205020404" pitchFamily="49" charset="0"/>
              <a:buChar char="o"/>
            </a:pPr>
            <a:r>
              <a:rPr lang="fr-FR" dirty="0">
                <a:solidFill>
                  <a:schemeClr val="bg1"/>
                </a:solidFill>
              </a:rPr>
              <a:t>Gestion énergie: Gérer l’UUV tier-3 avec le moins d’énergie restante en priorité avec circuit d’attente pour les autres </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Rectangle 22">
            <a:extLst>
              <a:ext uri="{FF2B5EF4-FFF2-40B4-BE49-F238E27FC236}">
                <a16:creationId xmlns:a16="http://schemas.microsoft.com/office/drawing/2014/main" id="{9A9DA322-C586-4262-995D-927797718213}"/>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1723AE0D-73D3-4C6E-8EFD-5457A4970C16}"/>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E18DE1B3-5E18-40FA-B9F7-33C73629E06C}"/>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pic>
        <p:nvPicPr>
          <p:cNvPr id="2" name="Image 1">
            <a:extLst>
              <a:ext uri="{FF2B5EF4-FFF2-40B4-BE49-F238E27FC236}">
                <a16:creationId xmlns:a16="http://schemas.microsoft.com/office/drawing/2014/main" id="{F889B682-0E01-4B7C-99AF-FA7B2355EDF3}"/>
              </a:ext>
            </a:extLst>
          </p:cNvPr>
          <p:cNvPicPr>
            <a:picLocks noChangeAspect="1"/>
          </p:cNvPicPr>
          <p:nvPr/>
        </p:nvPicPr>
        <p:blipFill>
          <a:blip r:embed="rId6"/>
          <a:stretch>
            <a:fillRect/>
          </a:stretch>
        </p:blipFill>
        <p:spPr>
          <a:xfrm>
            <a:off x="3712730" y="1373852"/>
            <a:ext cx="2635385" cy="3206915"/>
          </a:xfrm>
          <a:prstGeom prst="rect">
            <a:avLst/>
          </a:prstGeom>
          <a:ln w="28575">
            <a:solidFill>
              <a:schemeClr val="tx1"/>
            </a:solidFill>
          </a:ln>
        </p:spPr>
      </p:pic>
      <p:sp>
        <p:nvSpPr>
          <p:cNvPr id="4" name="Ellipse 3">
            <a:extLst>
              <a:ext uri="{FF2B5EF4-FFF2-40B4-BE49-F238E27FC236}">
                <a16:creationId xmlns:a16="http://schemas.microsoft.com/office/drawing/2014/main" id="{D5AEF1F3-37F5-4671-9738-A8AAFB4D4375}"/>
              </a:ext>
            </a:extLst>
          </p:cNvPr>
          <p:cNvSpPr/>
          <p:nvPr/>
        </p:nvSpPr>
        <p:spPr>
          <a:xfrm>
            <a:off x="3810683" y="1463359"/>
            <a:ext cx="254386" cy="288032"/>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 coins arrondis 4">
            <a:extLst>
              <a:ext uri="{FF2B5EF4-FFF2-40B4-BE49-F238E27FC236}">
                <a16:creationId xmlns:a16="http://schemas.microsoft.com/office/drawing/2014/main" id="{3DB1AE36-54D2-4D88-AEE1-B64C765BD857}"/>
              </a:ext>
            </a:extLst>
          </p:cNvPr>
          <p:cNvSpPr/>
          <p:nvPr/>
        </p:nvSpPr>
        <p:spPr>
          <a:xfrm rot="19028600">
            <a:off x="4097249" y="1679115"/>
            <a:ext cx="72008" cy="28239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 name="Croix 5">
            <a:extLst>
              <a:ext uri="{FF2B5EF4-FFF2-40B4-BE49-F238E27FC236}">
                <a16:creationId xmlns:a16="http://schemas.microsoft.com/office/drawing/2014/main" id="{C47ED349-B4D1-401D-A6D6-498651BF5970}"/>
              </a:ext>
            </a:extLst>
          </p:cNvPr>
          <p:cNvSpPr/>
          <p:nvPr/>
        </p:nvSpPr>
        <p:spPr>
          <a:xfrm>
            <a:off x="3843274" y="1813865"/>
            <a:ext cx="244865" cy="255992"/>
          </a:xfrm>
          <a:prstGeom prst="plus">
            <a:avLst>
              <a:gd name="adj" fmla="val 3617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26" name="Forme libre : forme 25">
            <a:extLst>
              <a:ext uri="{FF2B5EF4-FFF2-40B4-BE49-F238E27FC236}">
                <a16:creationId xmlns:a16="http://schemas.microsoft.com/office/drawing/2014/main" id="{E78591CC-657B-4AA1-A444-17A3E115F97D}"/>
              </a:ext>
            </a:extLst>
          </p:cNvPr>
          <p:cNvSpPr/>
          <p:nvPr/>
        </p:nvSpPr>
        <p:spPr>
          <a:xfrm>
            <a:off x="6363000" y="1729740"/>
            <a:ext cx="1081740" cy="922563"/>
          </a:xfrm>
          <a:custGeom>
            <a:avLst/>
            <a:gdLst>
              <a:gd name="connsiteX0" fmla="*/ 1310640 w 1310640"/>
              <a:gd name="connsiteY0" fmla="*/ 0 h 1051560"/>
              <a:gd name="connsiteX1" fmla="*/ 883920 w 1310640"/>
              <a:gd name="connsiteY1" fmla="*/ 426720 h 1051560"/>
              <a:gd name="connsiteX2" fmla="*/ 0 w 1310640"/>
              <a:gd name="connsiteY2" fmla="*/ 1051560 h 1051560"/>
            </a:gdLst>
            <a:ahLst/>
            <a:cxnLst>
              <a:cxn ang="0">
                <a:pos x="connsiteX0" y="connsiteY0"/>
              </a:cxn>
              <a:cxn ang="0">
                <a:pos x="connsiteX1" y="connsiteY1"/>
              </a:cxn>
              <a:cxn ang="0">
                <a:pos x="connsiteX2" y="connsiteY2"/>
              </a:cxn>
            </a:cxnLst>
            <a:rect l="l" t="t" r="r" b="b"/>
            <a:pathLst>
              <a:path w="1310640" h="1051560">
                <a:moveTo>
                  <a:pt x="1310640" y="0"/>
                </a:moveTo>
                <a:cubicBezTo>
                  <a:pt x="1206500" y="125730"/>
                  <a:pt x="1102360" y="251460"/>
                  <a:pt x="883920" y="426720"/>
                </a:cubicBezTo>
                <a:cubicBezTo>
                  <a:pt x="665480" y="601980"/>
                  <a:pt x="332740" y="826770"/>
                  <a:pt x="0" y="1051560"/>
                </a:cubicBezTo>
              </a:path>
            </a:pathLst>
          </a:custGeom>
          <a:noFill/>
          <a:ln>
            <a:solidFill>
              <a:schemeClr val="tx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5BC8C25F-FAAB-4B05-98F4-1A01F515D627}"/>
              </a:ext>
            </a:extLst>
          </p:cNvPr>
          <p:cNvSpPr/>
          <p:nvPr/>
        </p:nvSpPr>
        <p:spPr>
          <a:xfrm rot="14268662">
            <a:off x="5427105" y="355043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0139FC47-F334-4EEC-B15B-5644F9BDC291}"/>
              </a:ext>
            </a:extLst>
          </p:cNvPr>
          <p:cNvSpPr/>
          <p:nvPr/>
        </p:nvSpPr>
        <p:spPr>
          <a:xfrm rot="14268662">
            <a:off x="4826106" y="385201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Triangle isocèle 30">
            <a:extLst>
              <a:ext uri="{FF2B5EF4-FFF2-40B4-BE49-F238E27FC236}">
                <a16:creationId xmlns:a16="http://schemas.microsoft.com/office/drawing/2014/main" id="{85292BFF-8080-4131-9914-933B6B162394}"/>
              </a:ext>
            </a:extLst>
          </p:cNvPr>
          <p:cNvSpPr/>
          <p:nvPr/>
        </p:nvSpPr>
        <p:spPr>
          <a:xfrm rot="16200000">
            <a:off x="5585629" y="3173524"/>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riangle isocèle 31">
            <a:extLst>
              <a:ext uri="{FF2B5EF4-FFF2-40B4-BE49-F238E27FC236}">
                <a16:creationId xmlns:a16="http://schemas.microsoft.com/office/drawing/2014/main" id="{102ED65E-328E-4B34-866D-A806B167AF7B}"/>
              </a:ext>
            </a:extLst>
          </p:cNvPr>
          <p:cNvSpPr/>
          <p:nvPr/>
        </p:nvSpPr>
        <p:spPr>
          <a:xfrm rot="16460152">
            <a:off x="5701247" y="3384063"/>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Triangle isocèle 32">
            <a:extLst>
              <a:ext uri="{FF2B5EF4-FFF2-40B4-BE49-F238E27FC236}">
                <a16:creationId xmlns:a16="http://schemas.microsoft.com/office/drawing/2014/main" id="{100878B4-2B32-48C7-9ACA-CFFC94474111}"/>
              </a:ext>
            </a:extLst>
          </p:cNvPr>
          <p:cNvSpPr/>
          <p:nvPr/>
        </p:nvSpPr>
        <p:spPr>
          <a:xfrm rot="14268662">
            <a:off x="5115213" y="327353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F1C4DAC7-FF77-4712-A293-55BCA881A9E0}"/>
              </a:ext>
            </a:extLst>
          </p:cNvPr>
          <p:cNvSpPr/>
          <p:nvPr/>
        </p:nvSpPr>
        <p:spPr>
          <a:xfrm>
            <a:off x="5754569" y="3231485"/>
            <a:ext cx="92503" cy="608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C342254F-DAAF-4101-9F1C-47FED1699BDC}"/>
              </a:ext>
            </a:extLst>
          </p:cNvPr>
          <p:cNvSpPr/>
          <p:nvPr/>
        </p:nvSpPr>
        <p:spPr>
          <a:xfrm>
            <a:off x="5762351" y="3162980"/>
            <a:ext cx="92503" cy="608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F9B9DE43-B9F8-4D42-8170-F6D47E107F88}"/>
              </a:ext>
            </a:extLst>
          </p:cNvPr>
          <p:cNvSpPr/>
          <p:nvPr/>
        </p:nvSpPr>
        <p:spPr>
          <a:xfrm>
            <a:off x="5754570" y="3094476"/>
            <a:ext cx="101419" cy="197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43D48375-D32C-4958-A733-BFA4EEE33FA2}"/>
              </a:ext>
            </a:extLst>
          </p:cNvPr>
          <p:cNvSpPr/>
          <p:nvPr/>
        </p:nvSpPr>
        <p:spPr>
          <a:xfrm>
            <a:off x="5754569" y="3033645"/>
            <a:ext cx="101419" cy="608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CD8E1A21-DA18-4CCB-BA99-5F8C839800DE}"/>
              </a:ext>
            </a:extLst>
          </p:cNvPr>
          <p:cNvSpPr/>
          <p:nvPr/>
        </p:nvSpPr>
        <p:spPr>
          <a:xfrm>
            <a:off x="5900732" y="3540778"/>
            <a:ext cx="92503" cy="608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FB3F378D-0A92-40A9-98AF-C916C335A05A}"/>
              </a:ext>
            </a:extLst>
          </p:cNvPr>
          <p:cNvSpPr/>
          <p:nvPr/>
        </p:nvSpPr>
        <p:spPr>
          <a:xfrm>
            <a:off x="5908514" y="3472273"/>
            <a:ext cx="92503" cy="608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A996F51D-799A-487D-8467-F1233C421F52}"/>
              </a:ext>
            </a:extLst>
          </p:cNvPr>
          <p:cNvSpPr/>
          <p:nvPr/>
        </p:nvSpPr>
        <p:spPr>
          <a:xfrm>
            <a:off x="5900733" y="3403769"/>
            <a:ext cx="101419" cy="197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214858BA-08BA-4723-AF7A-3E9B40E191CD}"/>
              </a:ext>
            </a:extLst>
          </p:cNvPr>
          <p:cNvSpPr/>
          <p:nvPr/>
        </p:nvSpPr>
        <p:spPr>
          <a:xfrm>
            <a:off x="5270434" y="3231485"/>
            <a:ext cx="92503" cy="608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66EB7F35-FDA5-47EA-86BE-7D9985F3F17E}"/>
              </a:ext>
            </a:extLst>
          </p:cNvPr>
          <p:cNvSpPr/>
          <p:nvPr/>
        </p:nvSpPr>
        <p:spPr>
          <a:xfrm>
            <a:off x="5270435" y="3094476"/>
            <a:ext cx="101419" cy="197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47">
            <a:extLst>
              <a:ext uri="{FF2B5EF4-FFF2-40B4-BE49-F238E27FC236}">
                <a16:creationId xmlns:a16="http://schemas.microsoft.com/office/drawing/2014/main" id="{2ECB9BAE-3C6D-4C5E-B2F1-A6499CB6E808}"/>
              </a:ext>
            </a:extLst>
          </p:cNvPr>
          <p:cNvSpPr/>
          <p:nvPr/>
        </p:nvSpPr>
        <p:spPr>
          <a:xfrm>
            <a:off x="5270434" y="3033645"/>
            <a:ext cx="101419" cy="608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Forme libre : forme 35">
            <a:extLst>
              <a:ext uri="{FF2B5EF4-FFF2-40B4-BE49-F238E27FC236}">
                <a16:creationId xmlns:a16="http://schemas.microsoft.com/office/drawing/2014/main" id="{AEC8BB40-EFB6-46CF-89C2-DDBB8C05B3B6}"/>
              </a:ext>
            </a:extLst>
          </p:cNvPr>
          <p:cNvSpPr/>
          <p:nvPr/>
        </p:nvSpPr>
        <p:spPr>
          <a:xfrm>
            <a:off x="5448300" y="3314700"/>
            <a:ext cx="899160" cy="129540"/>
          </a:xfrm>
          <a:custGeom>
            <a:avLst/>
            <a:gdLst>
              <a:gd name="connsiteX0" fmla="*/ 899160 w 899160"/>
              <a:gd name="connsiteY0" fmla="*/ 0 h 129540"/>
              <a:gd name="connsiteX1" fmla="*/ 0 w 899160"/>
              <a:gd name="connsiteY1" fmla="*/ 129540 h 129540"/>
            </a:gdLst>
            <a:ahLst/>
            <a:cxnLst>
              <a:cxn ang="0">
                <a:pos x="connsiteX0" y="connsiteY0"/>
              </a:cxn>
              <a:cxn ang="0">
                <a:pos x="connsiteX1" y="connsiteY1"/>
              </a:cxn>
            </a:cxnLst>
            <a:rect l="l" t="t" r="r" b="b"/>
            <a:pathLst>
              <a:path w="899160" h="129540">
                <a:moveTo>
                  <a:pt x="899160" y="0"/>
                </a:moveTo>
                <a:lnTo>
                  <a:pt x="0" y="129540"/>
                </a:lnTo>
              </a:path>
            </a:pathLst>
          </a:custGeom>
          <a:ln w="9525" cap="flat" cmpd="sng" algn="ctr">
            <a:solidFill>
              <a:srgbClr val="1E3349"/>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43" name="Rectangle 42">
            <a:extLst>
              <a:ext uri="{FF2B5EF4-FFF2-40B4-BE49-F238E27FC236}">
                <a16:creationId xmlns:a16="http://schemas.microsoft.com/office/drawing/2014/main" id="{1854C2BF-0469-4809-A502-039FE2704354}"/>
              </a:ext>
            </a:extLst>
          </p:cNvPr>
          <p:cNvSpPr/>
          <p:nvPr/>
        </p:nvSpPr>
        <p:spPr>
          <a:xfrm>
            <a:off x="5900732" y="3342938"/>
            <a:ext cx="101419" cy="608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 coins arrondis 27">
            <a:extLst>
              <a:ext uri="{FF2B5EF4-FFF2-40B4-BE49-F238E27FC236}">
                <a16:creationId xmlns:a16="http://schemas.microsoft.com/office/drawing/2014/main" id="{50B6A8CE-5F0A-4139-B85A-841559DC4D5E}"/>
              </a:ext>
            </a:extLst>
          </p:cNvPr>
          <p:cNvSpPr/>
          <p:nvPr/>
        </p:nvSpPr>
        <p:spPr>
          <a:xfrm rot="21327636" flipV="1">
            <a:off x="5269391" y="3432474"/>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03532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1</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1477328"/>
          </a:xfrm>
          <a:prstGeom prst="rect">
            <a:avLst/>
          </a:prstGeom>
          <a:noFill/>
        </p:spPr>
        <p:txBody>
          <a:bodyPr wrap="square" rtlCol="0">
            <a:spAutoFit/>
          </a:bodyPr>
          <a:lstStyle/>
          <a:p>
            <a:r>
              <a:rPr lang="fr-FR" dirty="0">
                <a:solidFill>
                  <a:schemeClr val="bg1"/>
                </a:solidFill>
              </a:rPr>
              <a:t>Etape 4:</a:t>
            </a:r>
          </a:p>
          <a:p>
            <a:pPr marL="285750" indent="-285750">
              <a:buFont typeface="Arial" panose="020B0604020202020204" pitchFamily="34" charset="0"/>
              <a:buChar char="•"/>
            </a:pPr>
            <a:r>
              <a:rPr lang="fr-FR" dirty="0">
                <a:solidFill>
                  <a:schemeClr val="bg1"/>
                </a:solidFill>
              </a:rPr>
              <a:t>Contrôle du positionnement des UUV tier-3 par l’UUV tier-1</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Rectangle 22">
            <a:extLst>
              <a:ext uri="{FF2B5EF4-FFF2-40B4-BE49-F238E27FC236}">
                <a16:creationId xmlns:a16="http://schemas.microsoft.com/office/drawing/2014/main" id="{02CD7603-BCFC-4CE9-936A-32126062DA0E}"/>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8FF8E034-46EC-4567-B8A9-A457BFA4D117}"/>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115ED848-5592-4F1D-9AAB-7C9887CB5DA9}"/>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6" name="Rectangle 25">
            <a:extLst>
              <a:ext uri="{FF2B5EF4-FFF2-40B4-BE49-F238E27FC236}">
                <a16:creationId xmlns:a16="http://schemas.microsoft.com/office/drawing/2014/main" id="{7376CC90-5A66-4008-8BF2-2219FAE62DF2}"/>
              </a:ext>
            </a:extLst>
          </p:cNvPr>
          <p:cNvSpPr/>
          <p:nvPr/>
        </p:nvSpPr>
        <p:spPr>
          <a:xfrm rot="3827685">
            <a:off x="4475062" y="3022122"/>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7" name="Ellipse 26">
            <a:extLst>
              <a:ext uri="{FF2B5EF4-FFF2-40B4-BE49-F238E27FC236}">
                <a16:creationId xmlns:a16="http://schemas.microsoft.com/office/drawing/2014/main" id="{7487B981-93C1-4EFB-BD8F-BE85CE1E791D}"/>
              </a:ext>
            </a:extLst>
          </p:cNvPr>
          <p:cNvSpPr/>
          <p:nvPr/>
        </p:nvSpPr>
        <p:spPr>
          <a:xfrm>
            <a:off x="4669233" y="320723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F52E1196-83E0-4883-B9BC-CBC18703BD81}"/>
              </a:ext>
            </a:extLst>
          </p:cNvPr>
          <p:cNvSpPr/>
          <p:nvPr/>
        </p:nvSpPr>
        <p:spPr>
          <a:xfrm>
            <a:off x="4788292" y="356727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2104DAE1-7AC1-476B-B9B3-006DE0504EB5}"/>
              </a:ext>
            </a:extLst>
          </p:cNvPr>
          <p:cNvSpPr/>
          <p:nvPr/>
        </p:nvSpPr>
        <p:spPr>
          <a:xfrm>
            <a:off x="4864969" y="3358050"/>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B317809C-80A7-466D-AE36-B799278D0E38}"/>
              </a:ext>
            </a:extLst>
          </p:cNvPr>
          <p:cNvSpPr/>
          <p:nvPr/>
        </p:nvSpPr>
        <p:spPr>
          <a:xfrm>
            <a:off x="4813248" y="306322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5C55AB82-AB96-433C-85C4-3C1AC97E8384}"/>
              </a:ext>
            </a:extLst>
          </p:cNvPr>
          <p:cNvSpPr/>
          <p:nvPr/>
        </p:nvSpPr>
        <p:spPr>
          <a:xfrm>
            <a:off x="5101281" y="342326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orme libre : forme 31">
            <a:extLst>
              <a:ext uri="{FF2B5EF4-FFF2-40B4-BE49-F238E27FC236}">
                <a16:creationId xmlns:a16="http://schemas.microsoft.com/office/drawing/2014/main" id="{B870EE7D-393F-43BE-A510-617201479737}"/>
              </a:ext>
            </a:extLst>
          </p:cNvPr>
          <p:cNvSpPr/>
          <p:nvPr/>
        </p:nvSpPr>
        <p:spPr>
          <a:xfrm>
            <a:off x="5280919" y="2667796"/>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Forme libre : forme 32">
            <a:extLst>
              <a:ext uri="{FF2B5EF4-FFF2-40B4-BE49-F238E27FC236}">
                <a16:creationId xmlns:a16="http://schemas.microsoft.com/office/drawing/2014/main" id="{10E0496F-9A20-4ED9-A7E5-6FBA65B956E8}"/>
              </a:ext>
            </a:extLst>
          </p:cNvPr>
          <p:cNvSpPr/>
          <p:nvPr/>
        </p:nvSpPr>
        <p:spPr>
          <a:xfrm>
            <a:off x="5699728" y="3282049"/>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 name="Image 33">
            <a:extLst>
              <a:ext uri="{FF2B5EF4-FFF2-40B4-BE49-F238E27FC236}">
                <a16:creationId xmlns:a16="http://schemas.microsoft.com/office/drawing/2014/main" id="{FD7AA370-79C9-491B-A47F-FF035DE69E2F}"/>
              </a:ext>
            </a:extLst>
          </p:cNvPr>
          <p:cNvPicPr>
            <a:picLocks noChangeAspect="1"/>
          </p:cNvPicPr>
          <p:nvPr/>
        </p:nvPicPr>
        <p:blipFill>
          <a:blip r:embed="rId6"/>
          <a:stretch>
            <a:fillRect/>
          </a:stretch>
        </p:blipFill>
        <p:spPr>
          <a:xfrm>
            <a:off x="3712730" y="1373852"/>
            <a:ext cx="2635385" cy="3206915"/>
          </a:xfrm>
          <a:prstGeom prst="rect">
            <a:avLst/>
          </a:prstGeom>
          <a:ln w="28575">
            <a:solidFill>
              <a:schemeClr val="tx1"/>
            </a:solidFill>
          </a:ln>
        </p:spPr>
      </p:pic>
      <p:sp>
        <p:nvSpPr>
          <p:cNvPr id="35" name="Ellipse 34">
            <a:extLst>
              <a:ext uri="{FF2B5EF4-FFF2-40B4-BE49-F238E27FC236}">
                <a16:creationId xmlns:a16="http://schemas.microsoft.com/office/drawing/2014/main" id="{698C460C-D440-4770-A3BE-68D4C626528C}"/>
              </a:ext>
            </a:extLst>
          </p:cNvPr>
          <p:cNvSpPr/>
          <p:nvPr/>
        </p:nvSpPr>
        <p:spPr>
          <a:xfrm>
            <a:off x="3810683" y="1463359"/>
            <a:ext cx="254386" cy="288032"/>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EDD0AB20-601D-4151-88AB-128A32AC1EFE}"/>
              </a:ext>
            </a:extLst>
          </p:cNvPr>
          <p:cNvSpPr/>
          <p:nvPr/>
        </p:nvSpPr>
        <p:spPr>
          <a:xfrm rot="19028600">
            <a:off x="4097249" y="1679115"/>
            <a:ext cx="72008" cy="28239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7" name="Croix 36">
            <a:extLst>
              <a:ext uri="{FF2B5EF4-FFF2-40B4-BE49-F238E27FC236}">
                <a16:creationId xmlns:a16="http://schemas.microsoft.com/office/drawing/2014/main" id="{BC1C8AD2-455B-40D8-919B-B9C34F716211}"/>
              </a:ext>
            </a:extLst>
          </p:cNvPr>
          <p:cNvSpPr/>
          <p:nvPr/>
        </p:nvSpPr>
        <p:spPr>
          <a:xfrm>
            <a:off x="3843274" y="1813865"/>
            <a:ext cx="244865" cy="255992"/>
          </a:xfrm>
          <a:prstGeom prst="plus">
            <a:avLst>
              <a:gd name="adj" fmla="val 3617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8" name="Triangle isocèle 37">
            <a:extLst>
              <a:ext uri="{FF2B5EF4-FFF2-40B4-BE49-F238E27FC236}">
                <a16:creationId xmlns:a16="http://schemas.microsoft.com/office/drawing/2014/main" id="{20D2370D-4533-438C-9A04-17E32B26B05C}"/>
              </a:ext>
            </a:extLst>
          </p:cNvPr>
          <p:cNvSpPr/>
          <p:nvPr/>
        </p:nvSpPr>
        <p:spPr>
          <a:xfrm rot="14268662">
            <a:off x="5427105" y="3550432"/>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Triangle isocèle 38">
            <a:extLst>
              <a:ext uri="{FF2B5EF4-FFF2-40B4-BE49-F238E27FC236}">
                <a16:creationId xmlns:a16="http://schemas.microsoft.com/office/drawing/2014/main" id="{E858F2B9-4B18-4C88-81B3-6941FD13606B}"/>
              </a:ext>
            </a:extLst>
          </p:cNvPr>
          <p:cNvSpPr/>
          <p:nvPr/>
        </p:nvSpPr>
        <p:spPr>
          <a:xfrm rot="14268662">
            <a:off x="4826106" y="385201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Triangle isocèle 39">
            <a:extLst>
              <a:ext uri="{FF2B5EF4-FFF2-40B4-BE49-F238E27FC236}">
                <a16:creationId xmlns:a16="http://schemas.microsoft.com/office/drawing/2014/main" id="{363E8478-BD05-416C-A792-AD6D69EB6916}"/>
              </a:ext>
            </a:extLst>
          </p:cNvPr>
          <p:cNvSpPr/>
          <p:nvPr/>
        </p:nvSpPr>
        <p:spPr>
          <a:xfrm rot="16200000">
            <a:off x="4833178" y="2823591"/>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Triangle isocèle 40">
            <a:extLst>
              <a:ext uri="{FF2B5EF4-FFF2-40B4-BE49-F238E27FC236}">
                <a16:creationId xmlns:a16="http://schemas.microsoft.com/office/drawing/2014/main" id="{067BBD3E-DAEE-4C83-80DB-DDE517DD86CD}"/>
              </a:ext>
            </a:extLst>
          </p:cNvPr>
          <p:cNvSpPr/>
          <p:nvPr/>
        </p:nvSpPr>
        <p:spPr>
          <a:xfrm rot="16460152">
            <a:off x="4579578" y="3112245"/>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Triangle isocèle 41">
            <a:extLst>
              <a:ext uri="{FF2B5EF4-FFF2-40B4-BE49-F238E27FC236}">
                <a16:creationId xmlns:a16="http://schemas.microsoft.com/office/drawing/2014/main" id="{C9C69AB7-80AB-43EF-AB2A-4B51C5BC565F}"/>
              </a:ext>
            </a:extLst>
          </p:cNvPr>
          <p:cNvSpPr/>
          <p:nvPr/>
        </p:nvSpPr>
        <p:spPr>
          <a:xfrm rot="14268662">
            <a:off x="4966572" y="3410637"/>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1CF599AD-6629-46E3-9BFA-323A766AE489}"/>
              </a:ext>
            </a:extLst>
          </p:cNvPr>
          <p:cNvSpPr/>
          <p:nvPr/>
        </p:nvSpPr>
        <p:spPr>
          <a:xfrm rot="3129275" flipV="1">
            <a:off x="4977344" y="3148935"/>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Arc partiel 1">
            <a:extLst>
              <a:ext uri="{FF2B5EF4-FFF2-40B4-BE49-F238E27FC236}">
                <a16:creationId xmlns:a16="http://schemas.microsoft.com/office/drawing/2014/main" id="{CEE2DF44-F41F-42E6-954C-A44822285028}"/>
              </a:ext>
            </a:extLst>
          </p:cNvPr>
          <p:cNvSpPr/>
          <p:nvPr/>
        </p:nvSpPr>
        <p:spPr>
          <a:xfrm>
            <a:off x="4646235" y="2714211"/>
            <a:ext cx="753978" cy="729388"/>
          </a:xfrm>
          <a:prstGeom prst="pie">
            <a:avLst>
              <a:gd name="adj1" fmla="val 11380231"/>
              <a:gd name="adj2" fmla="val 1620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Forme libre : forme 4">
            <a:extLst>
              <a:ext uri="{FF2B5EF4-FFF2-40B4-BE49-F238E27FC236}">
                <a16:creationId xmlns:a16="http://schemas.microsoft.com/office/drawing/2014/main" id="{718DA43F-A3A1-4F23-BE13-83BA8F94D7C3}"/>
              </a:ext>
            </a:extLst>
          </p:cNvPr>
          <p:cNvSpPr/>
          <p:nvPr/>
        </p:nvSpPr>
        <p:spPr>
          <a:xfrm>
            <a:off x="4657179" y="3221001"/>
            <a:ext cx="824459" cy="656579"/>
          </a:xfrm>
          <a:custGeom>
            <a:avLst/>
            <a:gdLst>
              <a:gd name="connsiteX0" fmla="*/ 824459 w 824459"/>
              <a:gd name="connsiteY0" fmla="*/ 355637 h 656579"/>
              <a:gd name="connsiteX1" fmla="*/ 224384 w 824459"/>
              <a:gd name="connsiteY1" fmla="*/ 655674 h 656579"/>
              <a:gd name="connsiteX2" fmla="*/ 391071 w 824459"/>
              <a:gd name="connsiteY2" fmla="*/ 269912 h 656579"/>
              <a:gd name="connsiteX3" fmla="*/ 546 w 824459"/>
              <a:gd name="connsiteY3" fmla="*/ 3212 h 656579"/>
              <a:gd name="connsiteX4" fmla="*/ 491084 w 824459"/>
              <a:gd name="connsiteY4" fmla="*/ 117512 h 656579"/>
              <a:gd name="connsiteX5" fmla="*/ 500609 w 824459"/>
              <a:gd name="connsiteY5" fmla="*/ 41312 h 65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4459" h="656579">
                <a:moveTo>
                  <a:pt x="824459" y="355637"/>
                </a:moveTo>
                <a:cubicBezTo>
                  <a:pt x="560537" y="512799"/>
                  <a:pt x="296615" y="669961"/>
                  <a:pt x="224384" y="655674"/>
                </a:cubicBezTo>
                <a:cubicBezTo>
                  <a:pt x="152153" y="641387"/>
                  <a:pt x="428377" y="378656"/>
                  <a:pt x="391071" y="269912"/>
                </a:cubicBezTo>
                <a:cubicBezTo>
                  <a:pt x="353765" y="161168"/>
                  <a:pt x="-16123" y="28612"/>
                  <a:pt x="546" y="3212"/>
                </a:cubicBezTo>
                <a:cubicBezTo>
                  <a:pt x="17215" y="-22188"/>
                  <a:pt x="407740" y="111162"/>
                  <a:pt x="491084" y="117512"/>
                </a:cubicBezTo>
                <a:cubicBezTo>
                  <a:pt x="574428" y="123862"/>
                  <a:pt x="537518" y="82587"/>
                  <a:pt x="500609" y="41312"/>
                </a:cubicBezTo>
              </a:path>
            </a:pathLst>
          </a:custGeom>
          <a:no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ECCC4D11-3B68-4875-A67E-643DDBFF341C}"/>
              </a:ext>
            </a:extLst>
          </p:cNvPr>
          <p:cNvSpPr txBox="1"/>
          <p:nvPr/>
        </p:nvSpPr>
        <p:spPr>
          <a:xfrm>
            <a:off x="4330123" y="2931789"/>
            <a:ext cx="316112" cy="369332"/>
          </a:xfrm>
          <a:prstGeom prst="rect">
            <a:avLst/>
          </a:prstGeom>
          <a:noFill/>
        </p:spPr>
        <p:txBody>
          <a:bodyPr wrap="none" rtlCol="0">
            <a:spAutoFit/>
          </a:bodyPr>
          <a:lstStyle/>
          <a:p>
            <a:r>
              <a:rPr lang="fr-FR" dirty="0">
                <a:solidFill>
                  <a:srgbClr val="00B050"/>
                </a:solidFill>
              </a:rPr>
              <a:t>V</a:t>
            </a:r>
          </a:p>
        </p:txBody>
      </p:sp>
      <p:sp>
        <p:nvSpPr>
          <p:cNvPr id="57" name="ZoneTexte 56">
            <a:extLst>
              <a:ext uri="{FF2B5EF4-FFF2-40B4-BE49-F238E27FC236}">
                <a16:creationId xmlns:a16="http://schemas.microsoft.com/office/drawing/2014/main" id="{98DA031D-A315-48B8-AA4A-58162A9BE5B6}"/>
              </a:ext>
            </a:extLst>
          </p:cNvPr>
          <p:cNvSpPr txBox="1"/>
          <p:nvPr/>
        </p:nvSpPr>
        <p:spPr>
          <a:xfrm>
            <a:off x="4582485" y="3655497"/>
            <a:ext cx="316112" cy="369332"/>
          </a:xfrm>
          <a:prstGeom prst="rect">
            <a:avLst/>
          </a:prstGeom>
          <a:noFill/>
        </p:spPr>
        <p:txBody>
          <a:bodyPr wrap="none" rtlCol="0">
            <a:spAutoFit/>
          </a:bodyPr>
          <a:lstStyle/>
          <a:p>
            <a:r>
              <a:rPr lang="fr-FR" dirty="0">
                <a:solidFill>
                  <a:srgbClr val="00B050"/>
                </a:solidFill>
              </a:rPr>
              <a:t>V</a:t>
            </a:r>
          </a:p>
        </p:txBody>
      </p:sp>
      <p:sp>
        <p:nvSpPr>
          <p:cNvPr id="58" name="ZoneTexte 57">
            <a:extLst>
              <a:ext uri="{FF2B5EF4-FFF2-40B4-BE49-F238E27FC236}">
                <a16:creationId xmlns:a16="http://schemas.microsoft.com/office/drawing/2014/main" id="{D2C786E9-CD5B-4AEF-AFB2-F70E67C7CE1C}"/>
              </a:ext>
            </a:extLst>
          </p:cNvPr>
          <p:cNvSpPr txBox="1"/>
          <p:nvPr/>
        </p:nvSpPr>
        <p:spPr>
          <a:xfrm>
            <a:off x="5239457" y="3330180"/>
            <a:ext cx="316112" cy="369332"/>
          </a:xfrm>
          <a:prstGeom prst="rect">
            <a:avLst/>
          </a:prstGeom>
          <a:noFill/>
        </p:spPr>
        <p:txBody>
          <a:bodyPr wrap="none" rtlCol="0">
            <a:spAutoFit/>
          </a:bodyPr>
          <a:lstStyle/>
          <a:p>
            <a:r>
              <a:rPr lang="fr-FR" dirty="0">
                <a:solidFill>
                  <a:srgbClr val="00B050"/>
                </a:solidFill>
              </a:rPr>
              <a:t>V</a:t>
            </a:r>
          </a:p>
        </p:txBody>
      </p:sp>
      <p:sp>
        <p:nvSpPr>
          <p:cNvPr id="59" name="ZoneTexte 58">
            <a:extLst>
              <a:ext uri="{FF2B5EF4-FFF2-40B4-BE49-F238E27FC236}">
                <a16:creationId xmlns:a16="http://schemas.microsoft.com/office/drawing/2014/main" id="{002793E0-38D9-4F82-B580-D1F00B8243CF}"/>
              </a:ext>
            </a:extLst>
          </p:cNvPr>
          <p:cNvSpPr txBox="1"/>
          <p:nvPr/>
        </p:nvSpPr>
        <p:spPr>
          <a:xfrm>
            <a:off x="4684577" y="3269965"/>
            <a:ext cx="316112" cy="369332"/>
          </a:xfrm>
          <a:prstGeom prst="rect">
            <a:avLst/>
          </a:prstGeom>
          <a:noFill/>
        </p:spPr>
        <p:txBody>
          <a:bodyPr wrap="none" rtlCol="0">
            <a:spAutoFit/>
          </a:bodyPr>
          <a:lstStyle/>
          <a:p>
            <a:r>
              <a:rPr lang="fr-FR" dirty="0">
                <a:solidFill>
                  <a:srgbClr val="00B050"/>
                </a:solidFill>
              </a:rPr>
              <a:t>V</a:t>
            </a:r>
          </a:p>
        </p:txBody>
      </p:sp>
      <p:sp>
        <p:nvSpPr>
          <p:cNvPr id="60" name="ZoneTexte 59">
            <a:extLst>
              <a:ext uri="{FF2B5EF4-FFF2-40B4-BE49-F238E27FC236}">
                <a16:creationId xmlns:a16="http://schemas.microsoft.com/office/drawing/2014/main" id="{2BAA7B44-3472-4BD9-B2A4-3A4C266FCDD0}"/>
              </a:ext>
            </a:extLst>
          </p:cNvPr>
          <p:cNvSpPr txBox="1"/>
          <p:nvPr/>
        </p:nvSpPr>
        <p:spPr>
          <a:xfrm>
            <a:off x="4934434" y="2613986"/>
            <a:ext cx="292068" cy="369332"/>
          </a:xfrm>
          <a:prstGeom prst="rect">
            <a:avLst/>
          </a:prstGeom>
          <a:noFill/>
        </p:spPr>
        <p:txBody>
          <a:bodyPr wrap="none" rtlCol="0">
            <a:spAutoFit/>
          </a:bodyPr>
          <a:lstStyle/>
          <a:p>
            <a:r>
              <a:rPr lang="fr-FR" dirty="0"/>
              <a:t>?</a:t>
            </a:r>
          </a:p>
        </p:txBody>
      </p:sp>
    </p:spTree>
    <p:extLst>
      <p:ext uri="{BB962C8B-B14F-4D97-AF65-F5344CB8AC3E}">
        <p14:creationId xmlns:p14="http://schemas.microsoft.com/office/powerpoint/2010/main" val="3289260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1</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1477328"/>
          </a:xfrm>
          <a:prstGeom prst="rect">
            <a:avLst/>
          </a:prstGeom>
          <a:noFill/>
        </p:spPr>
        <p:txBody>
          <a:bodyPr wrap="square" rtlCol="0">
            <a:spAutoFit/>
          </a:bodyPr>
          <a:lstStyle/>
          <a:p>
            <a:r>
              <a:rPr lang="fr-FR" dirty="0">
                <a:solidFill>
                  <a:schemeClr val="bg1"/>
                </a:solidFill>
              </a:rPr>
              <a:t>Etape 5:</a:t>
            </a:r>
          </a:p>
          <a:p>
            <a:pPr marL="285750" indent="-285750">
              <a:buFont typeface="Arial" panose="020B0604020202020204" pitchFamily="34" charset="0"/>
              <a:buChar char="•"/>
            </a:pPr>
            <a:r>
              <a:rPr lang="fr-FR" dirty="0">
                <a:solidFill>
                  <a:schemeClr val="bg1"/>
                </a:solidFill>
              </a:rPr>
              <a:t>Retour de l’UUV tier-1 via les balises</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Rectangle 22">
            <a:extLst>
              <a:ext uri="{FF2B5EF4-FFF2-40B4-BE49-F238E27FC236}">
                <a16:creationId xmlns:a16="http://schemas.microsoft.com/office/drawing/2014/main" id="{7136E2BF-076E-494C-BB7B-BCB7A0273341}"/>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5F56FA98-5B57-4F8C-A8D7-3FABE375298B}"/>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33C21A2D-3407-4986-A445-E8E613C3211D}"/>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6" name="Triangle isocèle 25">
            <a:extLst>
              <a:ext uri="{FF2B5EF4-FFF2-40B4-BE49-F238E27FC236}">
                <a16:creationId xmlns:a16="http://schemas.microsoft.com/office/drawing/2014/main" id="{D27BEE57-9D3C-4F9F-BAFD-EBF16D8C5575}"/>
              </a:ext>
            </a:extLst>
          </p:cNvPr>
          <p:cNvSpPr/>
          <p:nvPr/>
        </p:nvSpPr>
        <p:spPr>
          <a:xfrm rot="14268662">
            <a:off x="4566882" y="3065478"/>
            <a:ext cx="47593" cy="85592"/>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1EB1C483-7165-416C-80CF-DA2F2E78B0A2}"/>
              </a:ext>
            </a:extLst>
          </p:cNvPr>
          <p:cNvSpPr/>
          <p:nvPr/>
        </p:nvSpPr>
        <p:spPr>
          <a:xfrm rot="14268662">
            <a:off x="4429143" y="3199885"/>
            <a:ext cx="47593" cy="85592"/>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Triangle isocèle 27">
            <a:extLst>
              <a:ext uri="{FF2B5EF4-FFF2-40B4-BE49-F238E27FC236}">
                <a16:creationId xmlns:a16="http://schemas.microsoft.com/office/drawing/2014/main" id="{BC4F3E8C-47D6-40B3-AC64-AC0F9FDDE71C}"/>
              </a:ext>
            </a:extLst>
          </p:cNvPr>
          <p:cNvSpPr/>
          <p:nvPr/>
        </p:nvSpPr>
        <p:spPr>
          <a:xfrm rot="14268662">
            <a:off x="4615777" y="3350696"/>
            <a:ext cx="47593" cy="85592"/>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ED264452-99A4-4409-AFFD-18FA7CE61490}"/>
              </a:ext>
            </a:extLst>
          </p:cNvPr>
          <p:cNvSpPr/>
          <p:nvPr/>
        </p:nvSpPr>
        <p:spPr>
          <a:xfrm rot="14268662">
            <a:off x="4536359" y="3570117"/>
            <a:ext cx="47593" cy="85592"/>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84C59E4F-7B05-4A08-9EBF-863FF8E38A29}"/>
              </a:ext>
            </a:extLst>
          </p:cNvPr>
          <p:cNvSpPr/>
          <p:nvPr/>
        </p:nvSpPr>
        <p:spPr>
          <a:xfrm rot="14268662">
            <a:off x="4861191" y="3419713"/>
            <a:ext cx="47593" cy="85592"/>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10A61E1B-1581-41BC-8C19-6CD62EBBE092}"/>
              </a:ext>
            </a:extLst>
          </p:cNvPr>
          <p:cNvSpPr/>
          <p:nvPr/>
        </p:nvSpPr>
        <p:spPr>
          <a:xfrm rot="11816760" flipV="1">
            <a:off x="4700804" y="3049524"/>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Forme libre : forme 33">
            <a:extLst>
              <a:ext uri="{FF2B5EF4-FFF2-40B4-BE49-F238E27FC236}">
                <a16:creationId xmlns:a16="http://schemas.microsoft.com/office/drawing/2014/main" id="{68BF589E-DF94-4583-8594-4ED59ACC891C}"/>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8F165D25-5C80-40B3-954D-36E536FEB207}"/>
              </a:ext>
            </a:extLst>
          </p:cNvPr>
          <p:cNvSpPr/>
          <p:nvPr/>
        </p:nvSpPr>
        <p:spPr>
          <a:xfrm>
            <a:off x="6778429" y="224624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6" name="Connecteur droit 35">
            <a:extLst>
              <a:ext uri="{FF2B5EF4-FFF2-40B4-BE49-F238E27FC236}">
                <a16:creationId xmlns:a16="http://schemas.microsoft.com/office/drawing/2014/main" id="{1F3B0F79-317C-4814-A777-841CDAB8082C}"/>
              </a:ext>
            </a:extLst>
          </p:cNvPr>
          <p:cNvCxnSpPr>
            <a:cxnSpLocks/>
          </p:cNvCxnSpPr>
          <p:nvPr/>
        </p:nvCxnSpPr>
        <p:spPr>
          <a:xfrm>
            <a:off x="6816529" y="2099455"/>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37" name="Triangle isocèle 36">
            <a:extLst>
              <a:ext uri="{FF2B5EF4-FFF2-40B4-BE49-F238E27FC236}">
                <a16:creationId xmlns:a16="http://schemas.microsoft.com/office/drawing/2014/main" id="{D7ABF48D-2AA6-48C3-95A4-563E94216257}"/>
              </a:ext>
            </a:extLst>
          </p:cNvPr>
          <p:cNvSpPr/>
          <p:nvPr/>
        </p:nvSpPr>
        <p:spPr>
          <a:xfrm rot="5400000">
            <a:off x="6813628" y="2095064"/>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38" name="Ellipse 37">
            <a:extLst>
              <a:ext uri="{FF2B5EF4-FFF2-40B4-BE49-F238E27FC236}">
                <a16:creationId xmlns:a16="http://schemas.microsoft.com/office/drawing/2014/main" id="{D071891E-0309-4DAC-A4AA-792EE829DC97}"/>
              </a:ext>
            </a:extLst>
          </p:cNvPr>
          <p:cNvSpPr/>
          <p:nvPr/>
        </p:nvSpPr>
        <p:spPr>
          <a:xfrm>
            <a:off x="6329237" y="2634518"/>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9" name="Connecteur droit 38">
            <a:extLst>
              <a:ext uri="{FF2B5EF4-FFF2-40B4-BE49-F238E27FC236}">
                <a16:creationId xmlns:a16="http://schemas.microsoft.com/office/drawing/2014/main" id="{BB62A475-8BD6-49C3-8FD3-20A652E6A12B}"/>
              </a:ext>
            </a:extLst>
          </p:cNvPr>
          <p:cNvCxnSpPr>
            <a:cxnSpLocks/>
          </p:cNvCxnSpPr>
          <p:nvPr/>
        </p:nvCxnSpPr>
        <p:spPr>
          <a:xfrm>
            <a:off x="6367337" y="248773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0" name="Triangle isocèle 39">
            <a:extLst>
              <a:ext uri="{FF2B5EF4-FFF2-40B4-BE49-F238E27FC236}">
                <a16:creationId xmlns:a16="http://schemas.microsoft.com/office/drawing/2014/main" id="{71D17650-7F72-4636-A8A9-D57EA7BC86A2}"/>
              </a:ext>
            </a:extLst>
          </p:cNvPr>
          <p:cNvSpPr/>
          <p:nvPr/>
        </p:nvSpPr>
        <p:spPr>
          <a:xfrm rot="5400000">
            <a:off x="6364436" y="2483341"/>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1" name="Ellipse 40">
            <a:extLst>
              <a:ext uri="{FF2B5EF4-FFF2-40B4-BE49-F238E27FC236}">
                <a16:creationId xmlns:a16="http://schemas.microsoft.com/office/drawing/2014/main" id="{1FB0DD42-5B99-4C21-946F-21048083FAEF}"/>
              </a:ext>
            </a:extLst>
          </p:cNvPr>
          <p:cNvSpPr/>
          <p:nvPr/>
        </p:nvSpPr>
        <p:spPr>
          <a:xfrm>
            <a:off x="5848722" y="288536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2" name="Connecteur droit 41">
            <a:extLst>
              <a:ext uri="{FF2B5EF4-FFF2-40B4-BE49-F238E27FC236}">
                <a16:creationId xmlns:a16="http://schemas.microsoft.com/office/drawing/2014/main" id="{E642DAD0-FA3C-450A-8F36-EDABEBC9C65D}"/>
              </a:ext>
            </a:extLst>
          </p:cNvPr>
          <p:cNvCxnSpPr>
            <a:cxnSpLocks/>
          </p:cNvCxnSpPr>
          <p:nvPr/>
        </p:nvCxnSpPr>
        <p:spPr>
          <a:xfrm>
            <a:off x="5886822" y="2738583"/>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3" name="Triangle isocèle 42">
            <a:extLst>
              <a:ext uri="{FF2B5EF4-FFF2-40B4-BE49-F238E27FC236}">
                <a16:creationId xmlns:a16="http://schemas.microsoft.com/office/drawing/2014/main" id="{BBA8CD80-E2D5-4500-8367-DC09839F157A}"/>
              </a:ext>
            </a:extLst>
          </p:cNvPr>
          <p:cNvSpPr/>
          <p:nvPr/>
        </p:nvSpPr>
        <p:spPr>
          <a:xfrm rot="5400000">
            <a:off x="5883921" y="2734192"/>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4" name="Ellipse 43">
            <a:extLst>
              <a:ext uri="{FF2B5EF4-FFF2-40B4-BE49-F238E27FC236}">
                <a16:creationId xmlns:a16="http://schemas.microsoft.com/office/drawing/2014/main" id="{04391410-20E5-4174-8CBC-93EED140D739}"/>
              </a:ext>
            </a:extLst>
          </p:cNvPr>
          <p:cNvSpPr/>
          <p:nvPr/>
        </p:nvSpPr>
        <p:spPr>
          <a:xfrm>
            <a:off x="5517184" y="3102563"/>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5" name="Connecteur droit 44">
            <a:extLst>
              <a:ext uri="{FF2B5EF4-FFF2-40B4-BE49-F238E27FC236}">
                <a16:creationId xmlns:a16="http://schemas.microsoft.com/office/drawing/2014/main" id="{40D70A4E-46DC-495E-A8D4-014CF19DAF33}"/>
              </a:ext>
            </a:extLst>
          </p:cNvPr>
          <p:cNvCxnSpPr/>
          <p:nvPr/>
        </p:nvCxnSpPr>
        <p:spPr>
          <a:xfrm>
            <a:off x="5460034" y="3177273"/>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46" name="Ellipse 45">
            <a:extLst>
              <a:ext uri="{FF2B5EF4-FFF2-40B4-BE49-F238E27FC236}">
                <a16:creationId xmlns:a16="http://schemas.microsoft.com/office/drawing/2014/main" id="{45E78007-7A30-4B56-A331-63492A25ED92}"/>
              </a:ext>
            </a:extLst>
          </p:cNvPr>
          <p:cNvSpPr/>
          <p:nvPr/>
        </p:nvSpPr>
        <p:spPr>
          <a:xfrm>
            <a:off x="5142445" y="325727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7" name="Connecteur droit 46">
            <a:extLst>
              <a:ext uri="{FF2B5EF4-FFF2-40B4-BE49-F238E27FC236}">
                <a16:creationId xmlns:a16="http://schemas.microsoft.com/office/drawing/2014/main" id="{FF9F5724-E9B9-4FBC-9532-D49AB93C283F}"/>
              </a:ext>
            </a:extLst>
          </p:cNvPr>
          <p:cNvCxnSpPr/>
          <p:nvPr/>
        </p:nvCxnSpPr>
        <p:spPr>
          <a:xfrm>
            <a:off x="5085295" y="333198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2" name="Forme libre : forme 1">
            <a:extLst>
              <a:ext uri="{FF2B5EF4-FFF2-40B4-BE49-F238E27FC236}">
                <a16:creationId xmlns:a16="http://schemas.microsoft.com/office/drawing/2014/main" id="{05DCD547-68AB-4F14-BFCD-CF029A5FD86E}"/>
              </a:ext>
            </a:extLst>
          </p:cNvPr>
          <p:cNvSpPr/>
          <p:nvPr/>
        </p:nvSpPr>
        <p:spPr>
          <a:xfrm>
            <a:off x="4927600" y="1778000"/>
            <a:ext cx="2451100" cy="1512366"/>
          </a:xfrm>
          <a:custGeom>
            <a:avLst/>
            <a:gdLst>
              <a:gd name="connsiteX0" fmla="*/ 0 w 2451100"/>
              <a:gd name="connsiteY0" fmla="*/ 1339850 h 1512366"/>
              <a:gd name="connsiteX1" fmla="*/ 203200 w 2451100"/>
              <a:gd name="connsiteY1" fmla="*/ 1504950 h 1512366"/>
              <a:gd name="connsiteX2" fmla="*/ 533400 w 2451100"/>
              <a:gd name="connsiteY2" fmla="*/ 1473200 h 1512366"/>
              <a:gd name="connsiteX3" fmla="*/ 635000 w 2451100"/>
              <a:gd name="connsiteY3" fmla="*/ 1377950 h 1512366"/>
              <a:gd name="connsiteX4" fmla="*/ 984250 w 2451100"/>
              <a:gd name="connsiteY4" fmla="*/ 1136650 h 1512366"/>
              <a:gd name="connsiteX5" fmla="*/ 1454150 w 2451100"/>
              <a:gd name="connsiteY5" fmla="*/ 920750 h 1512366"/>
              <a:gd name="connsiteX6" fmla="*/ 1879600 w 2451100"/>
              <a:gd name="connsiteY6" fmla="*/ 514350 h 1512366"/>
              <a:gd name="connsiteX7" fmla="*/ 2451100 w 2451100"/>
              <a:gd name="connsiteY7" fmla="*/ 0 h 151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1100" h="1512366">
                <a:moveTo>
                  <a:pt x="0" y="1339850"/>
                </a:moveTo>
                <a:cubicBezTo>
                  <a:pt x="57150" y="1411287"/>
                  <a:pt x="114300" y="1482725"/>
                  <a:pt x="203200" y="1504950"/>
                </a:cubicBezTo>
                <a:cubicBezTo>
                  <a:pt x="292100" y="1527175"/>
                  <a:pt x="461433" y="1494367"/>
                  <a:pt x="533400" y="1473200"/>
                </a:cubicBezTo>
                <a:cubicBezTo>
                  <a:pt x="605367" y="1452033"/>
                  <a:pt x="559858" y="1434042"/>
                  <a:pt x="635000" y="1377950"/>
                </a:cubicBezTo>
                <a:cubicBezTo>
                  <a:pt x="710142" y="1321858"/>
                  <a:pt x="847725" y="1212850"/>
                  <a:pt x="984250" y="1136650"/>
                </a:cubicBezTo>
                <a:cubicBezTo>
                  <a:pt x="1120775" y="1060450"/>
                  <a:pt x="1304925" y="1024467"/>
                  <a:pt x="1454150" y="920750"/>
                </a:cubicBezTo>
                <a:cubicBezTo>
                  <a:pt x="1603375" y="817033"/>
                  <a:pt x="1713442" y="667808"/>
                  <a:pt x="1879600" y="514350"/>
                </a:cubicBezTo>
                <a:cubicBezTo>
                  <a:pt x="2045758" y="360892"/>
                  <a:pt x="2248429" y="180446"/>
                  <a:pt x="2451100" y="0"/>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04688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818913" cy="369332"/>
          </a:xfrm>
          <a:prstGeom prst="rect">
            <a:avLst/>
          </a:prstGeom>
          <a:noFill/>
        </p:spPr>
        <p:txBody>
          <a:bodyPr wrap="none" rtlCol="0">
            <a:spAutoFit/>
          </a:bodyPr>
          <a:lstStyle/>
          <a:p>
            <a:r>
              <a:rPr lang="fr-FR" dirty="0">
                <a:solidFill>
                  <a:schemeClr val="bg1"/>
                </a:solidFill>
              </a:rPr>
              <a:t>USE CASE 1 : Dysfonctionnel</a:t>
            </a:r>
          </a:p>
        </p:txBody>
      </p:sp>
      <p:pic>
        <p:nvPicPr>
          <p:cNvPr id="3" name="Image 2">
            <a:extLst>
              <a:ext uri="{FF2B5EF4-FFF2-40B4-BE49-F238E27FC236}">
                <a16:creationId xmlns:a16="http://schemas.microsoft.com/office/drawing/2014/main" id="{3B6E0F45-BE0A-448D-86E4-2B5D399851A4}"/>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7" name="Graphique 6">
            <a:extLst>
              <a:ext uri="{FF2B5EF4-FFF2-40B4-BE49-F238E27FC236}">
                <a16:creationId xmlns:a16="http://schemas.microsoft.com/office/drawing/2014/main" id="{A783B1F7-C883-4B9C-AE5B-6F9D5307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00A0B67-4EAA-481A-B4F0-95097029B828}"/>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7C3675D1-FD0C-4502-9BF1-32E1EED9D4F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9E8D31DC-4CE9-4ADC-8CDC-AE6BB04A648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696C75E3-20C4-4F28-BDE2-87DB37ABE13E}"/>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0C34CAE4-713F-42B5-B1A9-C2F837A147A2}"/>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C5F33974-6B05-48EF-9DEF-33413AD15204}"/>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ABB234C2-2A9A-46B5-8707-B305F7B0B454}"/>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CF5C2468-7105-41FB-A9AB-E111E388F1F7}"/>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1754326"/>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chemeClr val="bg1"/>
                </a:solidFill>
              </a:rPr>
              <a:t>Dysfonctionnel lié aux balises : </a:t>
            </a:r>
          </a:p>
          <a:p>
            <a:pPr marL="742950" lvl="1" indent="-285750">
              <a:buFont typeface="Arial" panose="020B0604020202020204" pitchFamily="34" charset="0"/>
              <a:buChar char="•"/>
            </a:pPr>
            <a:r>
              <a:rPr lang="fr-FR" dirty="0">
                <a:solidFill>
                  <a:schemeClr val="bg1"/>
                </a:solidFill>
              </a:rPr>
              <a:t>Balise non fonctionnelle, vu avant départ</a:t>
            </a:r>
          </a:p>
          <a:p>
            <a:pPr marL="742950" lvl="1" indent="-285750">
              <a:buFont typeface="Arial" panose="020B0604020202020204" pitchFamily="34" charset="0"/>
              <a:buChar char="•"/>
            </a:pPr>
            <a:r>
              <a:rPr lang="fr-FR" dirty="0">
                <a:solidFill>
                  <a:schemeClr val="bg1"/>
                </a:solidFill>
              </a:rPr>
              <a:t>Ne pas trouver une balise à l’endroit indiqué</a:t>
            </a:r>
          </a:p>
          <a:p>
            <a:pPr lvl="1"/>
            <a:r>
              <a:rPr lang="fr-FR" dirty="0">
                <a:solidFill>
                  <a:schemeClr val="bg1"/>
                </a:solidFill>
              </a:rPr>
              <a:t> </a:t>
            </a:r>
          </a:p>
        </p:txBody>
      </p:sp>
      <p:sp>
        <p:nvSpPr>
          <p:cNvPr id="23" name="Rectangle 22">
            <a:extLst>
              <a:ext uri="{FF2B5EF4-FFF2-40B4-BE49-F238E27FC236}">
                <a16:creationId xmlns:a16="http://schemas.microsoft.com/office/drawing/2014/main" id="{7136E2BF-076E-494C-BB7B-BCB7A0273341}"/>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5F56FA98-5B57-4F8C-A8D7-3FABE375298B}"/>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33C21A2D-3407-4986-A445-E8E613C3211D}"/>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4" name="Forme libre : forme 33">
            <a:extLst>
              <a:ext uri="{FF2B5EF4-FFF2-40B4-BE49-F238E27FC236}">
                <a16:creationId xmlns:a16="http://schemas.microsoft.com/office/drawing/2014/main" id="{68BF589E-DF94-4583-8594-4ED59ACC891C}"/>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37">
            <a:extLst>
              <a:ext uri="{FF2B5EF4-FFF2-40B4-BE49-F238E27FC236}">
                <a16:creationId xmlns:a16="http://schemas.microsoft.com/office/drawing/2014/main" id="{D071891E-0309-4DAC-A4AA-792EE829DC97}"/>
              </a:ext>
            </a:extLst>
          </p:cNvPr>
          <p:cNvSpPr/>
          <p:nvPr/>
        </p:nvSpPr>
        <p:spPr>
          <a:xfrm>
            <a:off x="6329237" y="2634518"/>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9" name="Connecteur droit 38">
            <a:extLst>
              <a:ext uri="{FF2B5EF4-FFF2-40B4-BE49-F238E27FC236}">
                <a16:creationId xmlns:a16="http://schemas.microsoft.com/office/drawing/2014/main" id="{BB62A475-8BD6-49C3-8FD3-20A652E6A12B}"/>
              </a:ext>
            </a:extLst>
          </p:cNvPr>
          <p:cNvCxnSpPr>
            <a:cxnSpLocks/>
          </p:cNvCxnSpPr>
          <p:nvPr/>
        </p:nvCxnSpPr>
        <p:spPr>
          <a:xfrm>
            <a:off x="6367337" y="248773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0" name="Triangle isocèle 39">
            <a:extLst>
              <a:ext uri="{FF2B5EF4-FFF2-40B4-BE49-F238E27FC236}">
                <a16:creationId xmlns:a16="http://schemas.microsoft.com/office/drawing/2014/main" id="{71D17650-7F72-4636-A8A9-D57EA7BC86A2}"/>
              </a:ext>
            </a:extLst>
          </p:cNvPr>
          <p:cNvSpPr/>
          <p:nvPr/>
        </p:nvSpPr>
        <p:spPr>
          <a:xfrm rot="5400000">
            <a:off x="6364436" y="2483341"/>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1" name="Ellipse 40">
            <a:extLst>
              <a:ext uri="{FF2B5EF4-FFF2-40B4-BE49-F238E27FC236}">
                <a16:creationId xmlns:a16="http://schemas.microsoft.com/office/drawing/2014/main" id="{1FB0DD42-5B99-4C21-946F-21048083FAEF}"/>
              </a:ext>
            </a:extLst>
          </p:cNvPr>
          <p:cNvSpPr/>
          <p:nvPr/>
        </p:nvSpPr>
        <p:spPr>
          <a:xfrm>
            <a:off x="5848722" y="2885369"/>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2" name="Connecteur droit 41">
            <a:extLst>
              <a:ext uri="{FF2B5EF4-FFF2-40B4-BE49-F238E27FC236}">
                <a16:creationId xmlns:a16="http://schemas.microsoft.com/office/drawing/2014/main" id="{E642DAD0-FA3C-450A-8F36-EDABEBC9C65D}"/>
              </a:ext>
            </a:extLst>
          </p:cNvPr>
          <p:cNvCxnSpPr>
            <a:cxnSpLocks/>
          </p:cNvCxnSpPr>
          <p:nvPr/>
        </p:nvCxnSpPr>
        <p:spPr>
          <a:xfrm>
            <a:off x="5886822" y="2738583"/>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43" name="Triangle isocèle 42">
            <a:extLst>
              <a:ext uri="{FF2B5EF4-FFF2-40B4-BE49-F238E27FC236}">
                <a16:creationId xmlns:a16="http://schemas.microsoft.com/office/drawing/2014/main" id="{BBA8CD80-E2D5-4500-8367-DC09839F157A}"/>
              </a:ext>
            </a:extLst>
          </p:cNvPr>
          <p:cNvSpPr/>
          <p:nvPr/>
        </p:nvSpPr>
        <p:spPr>
          <a:xfrm rot="5400000">
            <a:off x="5883921" y="2734192"/>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4" name="Ellipse 43">
            <a:extLst>
              <a:ext uri="{FF2B5EF4-FFF2-40B4-BE49-F238E27FC236}">
                <a16:creationId xmlns:a16="http://schemas.microsoft.com/office/drawing/2014/main" id="{04391410-20E5-4174-8CBC-93EED140D739}"/>
              </a:ext>
            </a:extLst>
          </p:cNvPr>
          <p:cNvSpPr/>
          <p:nvPr/>
        </p:nvSpPr>
        <p:spPr>
          <a:xfrm>
            <a:off x="5517184" y="3102563"/>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5" name="Connecteur droit 44">
            <a:extLst>
              <a:ext uri="{FF2B5EF4-FFF2-40B4-BE49-F238E27FC236}">
                <a16:creationId xmlns:a16="http://schemas.microsoft.com/office/drawing/2014/main" id="{40D70A4E-46DC-495E-A8D4-014CF19DAF33}"/>
              </a:ext>
            </a:extLst>
          </p:cNvPr>
          <p:cNvCxnSpPr/>
          <p:nvPr/>
        </p:nvCxnSpPr>
        <p:spPr>
          <a:xfrm>
            <a:off x="5460034" y="3177273"/>
            <a:ext cx="190500" cy="0"/>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46" name="Ellipse 45">
            <a:extLst>
              <a:ext uri="{FF2B5EF4-FFF2-40B4-BE49-F238E27FC236}">
                <a16:creationId xmlns:a16="http://schemas.microsoft.com/office/drawing/2014/main" id="{45E78007-7A30-4B56-A331-63492A25ED92}"/>
              </a:ext>
            </a:extLst>
          </p:cNvPr>
          <p:cNvSpPr/>
          <p:nvPr/>
        </p:nvSpPr>
        <p:spPr>
          <a:xfrm>
            <a:off x="5142445" y="3257276"/>
            <a:ext cx="76200" cy="74711"/>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7" name="Connecteur droit 46">
            <a:extLst>
              <a:ext uri="{FF2B5EF4-FFF2-40B4-BE49-F238E27FC236}">
                <a16:creationId xmlns:a16="http://schemas.microsoft.com/office/drawing/2014/main" id="{FF9F5724-E9B9-4FBC-9532-D49AB93C283F}"/>
              </a:ext>
            </a:extLst>
          </p:cNvPr>
          <p:cNvCxnSpPr/>
          <p:nvPr/>
        </p:nvCxnSpPr>
        <p:spPr>
          <a:xfrm>
            <a:off x="5085295" y="3331986"/>
            <a:ext cx="190500" cy="0"/>
          </a:xfrm>
          <a:prstGeom prst="line">
            <a:avLst/>
          </a:prstGeom>
          <a:ln>
            <a:solidFill>
              <a:schemeClr val="tx1"/>
            </a:solidFill>
          </a:ln>
          <a:effectLst/>
        </p:spPr>
        <p:style>
          <a:lnRef idx="3">
            <a:schemeClr val="dk1"/>
          </a:lnRef>
          <a:fillRef idx="0">
            <a:schemeClr val="dk1"/>
          </a:fillRef>
          <a:effectRef idx="2">
            <a:schemeClr val="dk1"/>
          </a:effectRef>
          <a:fontRef idx="minor">
            <a:schemeClr val="tx1"/>
          </a:fontRef>
        </p:style>
      </p:cxnSp>
      <p:sp>
        <p:nvSpPr>
          <p:cNvPr id="48" name="Ellipse 47">
            <a:extLst>
              <a:ext uri="{FF2B5EF4-FFF2-40B4-BE49-F238E27FC236}">
                <a16:creationId xmlns:a16="http://schemas.microsoft.com/office/drawing/2014/main" id="{07EFE6F4-803B-4A07-9C48-63AA097D7C76}"/>
              </a:ext>
            </a:extLst>
          </p:cNvPr>
          <p:cNvSpPr/>
          <p:nvPr/>
        </p:nvSpPr>
        <p:spPr>
          <a:xfrm>
            <a:off x="6738755" y="209416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9" name="Connecteur droit 48">
            <a:extLst>
              <a:ext uri="{FF2B5EF4-FFF2-40B4-BE49-F238E27FC236}">
                <a16:creationId xmlns:a16="http://schemas.microsoft.com/office/drawing/2014/main" id="{967B3A38-083D-4A9B-8ED4-78F19009EA08}"/>
              </a:ext>
            </a:extLst>
          </p:cNvPr>
          <p:cNvCxnSpPr>
            <a:cxnSpLocks/>
          </p:cNvCxnSpPr>
          <p:nvPr/>
        </p:nvCxnSpPr>
        <p:spPr>
          <a:xfrm>
            <a:off x="6776855" y="1947375"/>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0" name="Triangle isocèle 49">
            <a:extLst>
              <a:ext uri="{FF2B5EF4-FFF2-40B4-BE49-F238E27FC236}">
                <a16:creationId xmlns:a16="http://schemas.microsoft.com/office/drawing/2014/main" id="{E0F7B28B-C571-4831-9B7E-634D0576B5CD}"/>
              </a:ext>
            </a:extLst>
          </p:cNvPr>
          <p:cNvSpPr/>
          <p:nvPr/>
        </p:nvSpPr>
        <p:spPr>
          <a:xfrm rot="5400000">
            <a:off x="6773954" y="1942984"/>
            <a:ext cx="74710" cy="83495"/>
          </a:xfrm>
          <a:prstGeom prst="triangle">
            <a:avLst/>
          </a:prstGeom>
          <a:noFill/>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1" name="Flèche : bas 50">
            <a:extLst>
              <a:ext uri="{FF2B5EF4-FFF2-40B4-BE49-F238E27FC236}">
                <a16:creationId xmlns:a16="http://schemas.microsoft.com/office/drawing/2014/main" id="{D5A15579-6340-4349-882E-5EE8E9996658}"/>
              </a:ext>
            </a:extLst>
          </p:cNvPr>
          <p:cNvSpPr/>
          <p:nvPr/>
        </p:nvSpPr>
        <p:spPr>
          <a:xfrm>
            <a:off x="6738755" y="1590105"/>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llipse 51">
            <a:extLst>
              <a:ext uri="{FF2B5EF4-FFF2-40B4-BE49-F238E27FC236}">
                <a16:creationId xmlns:a16="http://schemas.microsoft.com/office/drawing/2014/main" id="{31881F2B-22BD-4143-A3DF-65C7F17A3D6D}"/>
              </a:ext>
            </a:extLst>
          </p:cNvPr>
          <p:cNvSpPr/>
          <p:nvPr/>
        </p:nvSpPr>
        <p:spPr>
          <a:xfrm>
            <a:off x="7274536" y="1785296"/>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3" name="Connecteur droit 52">
            <a:extLst>
              <a:ext uri="{FF2B5EF4-FFF2-40B4-BE49-F238E27FC236}">
                <a16:creationId xmlns:a16="http://schemas.microsoft.com/office/drawing/2014/main" id="{C58C9F4C-4BC9-43B8-AEB2-D13A823A1CD7}"/>
              </a:ext>
            </a:extLst>
          </p:cNvPr>
          <p:cNvCxnSpPr>
            <a:cxnSpLocks/>
          </p:cNvCxnSpPr>
          <p:nvPr/>
        </p:nvCxnSpPr>
        <p:spPr>
          <a:xfrm>
            <a:off x="7312636" y="1638510"/>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54" name="Triangle isocèle 53">
            <a:extLst>
              <a:ext uri="{FF2B5EF4-FFF2-40B4-BE49-F238E27FC236}">
                <a16:creationId xmlns:a16="http://schemas.microsoft.com/office/drawing/2014/main" id="{6B9916CA-8E9A-4657-8473-DB5574DDD5F5}"/>
              </a:ext>
            </a:extLst>
          </p:cNvPr>
          <p:cNvSpPr/>
          <p:nvPr/>
        </p:nvSpPr>
        <p:spPr>
          <a:xfrm rot="5400000">
            <a:off x="7309735" y="1634119"/>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5" name="Flèche : bas 54">
            <a:extLst>
              <a:ext uri="{FF2B5EF4-FFF2-40B4-BE49-F238E27FC236}">
                <a16:creationId xmlns:a16="http://schemas.microsoft.com/office/drawing/2014/main" id="{1C2629B9-231D-4470-8EA0-35A9167D66B4}"/>
              </a:ext>
            </a:extLst>
          </p:cNvPr>
          <p:cNvSpPr/>
          <p:nvPr/>
        </p:nvSpPr>
        <p:spPr>
          <a:xfrm>
            <a:off x="7274536" y="1281240"/>
            <a:ext cx="114301" cy="285196"/>
          </a:xfrm>
          <a:prstGeom prst="downArrow">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6" name="Connecteur droit 55">
            <a:extLst>
              <a:ext uri="{FF2B5EF4-FFF2-40B4-BE49-F238E27FC236}">
                <a16:creationId xmlns:a16="http://schemas.microsoft.com/office/drawing/2014/main" id="{222B0C27-8561-4911-9F80-1719C2F67A4E}"/>
              </a:ext>
            </a:extLst>
          </p:cNvPr>
          <p:cNvCxnSpPr>
            <a:cxnSpLocks/>
          </p:cNvCxnSpPr>
          <p:nvPr/>
        </p:nvCxnSpPr>
        <p:spPr>
          <a:xfrm>
            <a:off x="6675159" y="2058123"/>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57" name="Connecteur droit 56">
            <a:extLst>
              <a:ext uri="{FF2B5EF4-FFF2-40B4-BE49-F238E27FC236}">
                <a16:creationId xmlns:a16="http://schemas.microsoft.com/office/drawing/2014/main" id="{8190BA1B-C645-47B4-8F30-B2CFF4AA9572}"/>
              </a:ext>
            </a:extLst>
          </p:cNvPr>
          <p:cNvCxnSpPr>
            <a:cxnSpLocks/>
          </p:cNvCxnSpPr>
          <p:nvPr/>
        </p:nvCxnSpPr>
        <p:spPr>
          <a:xfrm rot="10800000" flipV="1">
            <a:off x="6675159" y="2049119"/>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58" name="Flèche : courbe vers la gauche 57">
            <a:extLst>
              <a:ext uri="{FF2B5EF4-FFF2-40B4-BE49-F238E27FC236}">
                <a16:creationId xmlns:a16="http://schemas.microsoft.com/office/drawing/2014/main" id="{D8350DB1-00A5-40F2-AC3C-1C670879E1C7}"/>
              </a:ext>
            </a:extLst>
          </p:cNvPr>
          <p:cNvSpPr/>
          <p:nvPr/>
        </p:nvSpPr>
        <p:spPr>
          <a:xfrm rot="3370098">
            <a:off x="7115822" y="1843400"/>
            <a:ext cx="220194" cy="536393"/>
          </a:xfrm>
          <a:prstGeom prst="curvedLeftArrow">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59" name="Ellipse 58">
            <a:extLst>
              <a:ext uri="{FF2B5EF4-FFF2-40B4-BE49-F238E27FC236}">
                <a16:creationId xmlns:a16="http://schemas.microsoft.com/office/drawing/2014/main" id="{24B15334-2173-4B2A-9B52-34AD91991BDA}"/>
              </a:ext>
            </a:extLst>
          </p:cNvPr>
          <p:cNvSpPr/>
          <p:nvPr/>
        </p:nvSpPr>
        <p:spPr>
          <a:xfrm>
            <a:off x="6941001" y="200691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0" name="Connecteur droit 59">
            <a:extLst>
              <a:ext uri="{FF2B5EF4-FFF2-40B4-BE49-F238E27FC236}">
                <a16:creationId xmlns:a16="http://schemas.microsoft.com/office/drawing/2014/main" id="{96BA055A-7051-4EF9-91B3-A24C380B0FF6}"/>
              </a:ext>
            </a:extLst>
          </p:cNvPr>
          <p:cNvCxnSpPr>
            <a:cxnSpLocks/>
          </p:cNvCxnSpPr>
          <p:nvPr/>
        </p:nvCxnSpPr>
        <p:spPr>
          <a:xfrm>
            <a:off x="6979101" y="1860128"/>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61" name="Triangle isocèle 60">
            <a:extLst>
              <a:ext uri="{FF2B5EF4-FFF2-40B4-BE49-F238E27FC236}">
                <a16:creationId xmlns:a16="http://schemas.microsoft.com/office/drawing/2014/main" id="{1E8E6209-47AD-4F31-84B1-7872697E26DE}"/>
              </a:ext>
            </a:extLst>
          </p:cNvPr>
          <p:cNvSpPr/>
          <p:nvPr/>
        </p:nvSpPr>
        <p:spPr>
          <a:xfrm rot="5400000">
            <a:off x="6976200" y="1855737"/>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2" name="Flèche : bas 61">
            <a:extLst>
              <a:ext uri="{FF2B5EF4-FFF2-40B4-BE49-F238E27FC236}">
                <a16:creationId xmlns:a16="http://schemas.microsoft.com/office/drawing/2014/main" id="{15047597-F5E6-4D96-8253-807F3FCAD3BB}"/>
              </a:ext>
            </a:extLst>
          </p:cNvPr>
          <p:cNvSpPr/>
          <p:nvPr/>
        </p:nvSpPr>
        <p:spPr>
          <a:xfrm>
            <a:off x="6941001" y="1502858"/>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5F61CBBC-36B3-455F-A826-2EFBA9277FC3}"/>
              </a:ext>
            </a:extLst>
          </p:cNvPr>
          <p:cNvSpPr/>
          <p:nvPr/>
        </p:nvSpPr>
        <p:spPr>
          <a:xfrm>
            <a:off x="6669888" y="1432878"/>
            <a:ext cx="819905" cy="86507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09490CC-D9FE-4450-B35A-9803424F5102}"/>
              </a:ext>
            </a:extLst>
          </p:cNvPr>
          <p:cNvSpPr/>
          <p:nvPr/>
        </p:nvSpPr>
        <p:spPr>
          <a:xfrm>
            <a:off x="3779912" y="3459390"/>
            <a:ext cx="1767928" cy="11368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129A763E-0B97-4718-80E6-764AC2169B0A}"/>
              </a:ext>
            </a:extLst>
          </p:cNvPr>
          <p:cNvSpPr/>
          <p:nvPr/>
        </p:nvSpPr>
        <p:spPr>
          <a:xfrm>
            <a:off x="5856161" y="3466958"/>
            <a:ext cx="1633631" cy="110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9DC6F425-0647-481D-BE30-EF7C7641A539}"/>
              </a:ext>
            </a:extLst>
          </p:cNvPr>
          <p:cNvSpPr/>
          <p:nvPr/>
        </p:nvSpPr>
        <p:spPr>
          <a:xfrm>
            <a:off x="5407292" y="2973463"/>
            <a:ext cx="307571" cy="341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EBE1D25E-465E-4FAB-BD93-F852FF36CF9A}"/>
              </a:ext>
            </a:extLst>
          </p:cNvPr>
          <p:cNvSpPr/>
          <p:nvPr/>
        </p:nvSpPr>
        <p:spPr>
          <a:xfrm>
            <a:off x="5746925" y="2672553"/>
            <a:ext cx="307571" cy="341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375F6C1A-3E53-4D2F-BE4F-6515D9F02754}"/>
              </a:ext>
            </a:extLst>
          </p:cNvPr>
          <p:cNvCxnSpPr>
            <a:cxnSpLocks/>
          </p:cNvCxnSpPr>
          <p:nvPr/>
        </p:nvCxnSpPr>
        <p:spPr>
          <a:xfrm flipH="1">
            <a:off x="3794901" y="2973463"/>
            <a:ext cx="1612392" cy="475791"/>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0" name="Connecteur droit 69">
            <a:extLst>
              <a:ext uri="{FF2B5EF4-FFF2-40B4-BE49-F238E27FC236}">
                <a16:creationId xmlns:a16="http://schemas.microsoft.com/office/drawing/2014/main" id="{90A6D0BE-6322-419A-9008-85ADBC1C8D68}"/>
              </a:ext>
            </a:extLst>
          </p:cNvPr>
          <p:cNvCxnSpPr>
            <a:cxnSpLocks/>
          </p:cNvCxnSpPr>
          <p:nvPr/>
        </p:nvCxnSpPr>
        <p:spPr>
          <a:xfrm flipH="1">
            <a:off x="5555284" y="2993332"/>
            <a:ext cx="168012" cy="458490"/>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1" name="Connecteur droit 70">
            <a:extLst>
              <a:ext uri="{FF2B5EF4-FFF2-40B4-BE49-F238E27FC236}">
                <a16:creationId xmlns:a16="http://schemas.microsoft.com/office/drawing/2014/main" id="{4F6C5764-1552-46CB-99F1-E701726C5D99}"/>
              </a:ext>
            </a:extLst>
          </p:cNvPr>
          <p:cNvCxnSpPr>
            <a:cxnSpLocks/>
          </p:cNvCxnSpPr>
          <p:nvPr/>
        </p:nvCxnSpPr>
        <p:spPr>
          <a:xfrm flipH="1">
            <a:off x="5577106" y="3335117"/>
            <a:ext cx="137758" cy="1136880"/>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2" name="Connecteur droit 71">
            <a:extLst>
              <a:ext uri="{FF2B5EF4-FFF2-40B4-BE49-F238E27FC236}">
                <a16:creationId xmlns:a16="http://schemas.microsoft.com/office/drawing/2014/main" id="{328FF102-5ABF-4CAF-83EC-525E3C5CFDC7}"/>
              </a:ext>
            </a:extLst>
          </p:cNvPr>
          <p:cNvCxnSpPr>
            <a:cxnSpLocks/>
          </p:cNvCxnSpPr>
          <p:nvPr/>
        </p:nvCxnSpPr>
        <p:spPr>
          <a:xfrm flipH="1">
            <a:off x="5281233" y="3301865"/>
            <a:ext cx="124950" cy="147389"/>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3" name="Connecteur droit 72">
            <a:extLst>
              <a:ext uri="{FF2B5EF4-FFF2-40B4-BE49-F238E27FC236}">
                <a16:creationId xmlns:a16="http://schemas.microsoft.com/office/drawing/2014/main" id="{6BE1AC20-0DCE-47C7-A778-DB4BEE6D7A6B}"/>
              </a:ext>
            </a:extLst>
          </p:cNvPr>
          <p:cNvCxnSpPr>
            <a:cxnSpLocks/>
          </p:cNvCxnSpPr>
          <p:nvPr/>
        </p:nvCxnSpPr>
        <p:spPr>
          <a:xfrm flipH="1" flipV="1">
            <a:off x="5746174" y="2668424"/>
            <a:ext cx="121090" cy="819093"/>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5" name="Connecteur droit 74">
            <a:extLst>
              <a:ext uri="{FF2B5EF4-FFF2-40B4-BE49-F238E27FC236}">
                <a16:creationId xmlns:a16="http://schemas.microsoft.com/office/drawing/2014/main" id="{58B2289E-66FB-4EC8-8EA1-7BE852300691}"/>
              </a:ext>
            </a:extLst>
          </p:cNvPr>
          <p:cNvCxnSpPr>
            <a:cxnSpLocks/>
          </p:cNvCxnSpPr>
          <p:nvPr/>
        </p:nvCxnSpPr>
        <p:spPr>
          <a:xfrm flipH="1" flipV="1">
            <a:off x="5748790" y="2999507"/>
            <a:ext cx="106546" cy="1480058"/>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8" name="Connecteur droit 77">
            <a:extLst>
              <a:ext uri="{FF2B5EF4-FFF2-40B4-BE49-F238E27FC236}">
                <a16:creationId xmlns:a16="http://schemas.microsoft.com/office/drawing/2014/main" id="{CF52AD39-44D3-4E7C-896B-9E38951331E4}"/>
              </a:ext>
            </a:extLst>
          </p:cNvPr>
          <p:cNvCxnSpPr>
            <a:cxnSpLocks/>
          </p:cNvCxnSpPr>
          <p:nvPr/>
        </p:nvCxnSpPr>
        <p:spPr>
          <a:xfrm>
            <a:off x="6038654" y="2679816"/>
            <a:ext cx="994934" cy="787143"/>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81" name="Connecteur droit 80">
            <a:extLst>
              <a:ext uri="{FF2B5EF4-FFF2-40B4-BE49-F238E27FC236}">
                <a16:creationId xmlns:a16="http://schemas.microsoft.com/office/drawing/2014/main" id="{6AAE545A-2477-4B04-8A1A-6D0250FE9904}"/>
              </a:ext>
            </a:extLst>
          </p:cNvPr>
          <p:cNvCxnSpPr>
            <a:cxnSpLocks/>
          </p:cNvCxnSpPr>
          <p:nvPr/>
        </p:nvCxnSpPr>
        <p:spPr>
          <a:xfrm>
            <a:off x="6038654" y="3027530"/>
            <a:ext cx="256590" cy="439428"/>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89" name="Ellipse 88">
            <a:extLst>
              <a:ext uri="{FF2B5EF4-FFF2-40B4-BE49-F238E27FC236}">
                <a16:creationId xmlns:a16="http://schemas.microsoft.com/office/drawing/2014/main" id="{4E9B835C-4404-4219-83D9-619B48A820D8}"/>
              </a:ext>
            </a:extLst>
          </p:cNvPr>
          <p:cNvSpPr/>
          <p:nvPr/>
        </p:nvSpPr>
        <p:spPr>
          <a:xfrm>
            <a:off x="6598282" y="3977634"/>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90" name="Connecteur droit 89">
            <a:extLst>
              <a:ext uri="{FF2B5EF4-FFF2-40B4-BE49-F238E27FC236}">
                <a16:creationId xmlns:a16="http://schemas.microsoft.com/office/drawing/2014/main" id="{96445646-84C4-4623-8742-8A6F57AEAD5D}"/>
              </a:ext>
            </a:extLst>
          </p:cNvPr>
          <p:cNvCxnSpPr>
            <a:cxnSpLocks/>
          </p:cNvCxnSpPr>
          <p:nvPr/>
        </p:nvCxnSpPr>
        <p:spPr>
          <a:xfrm>
            <a:off x="6636382" y="3830848"/>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92" name="Ellipse 91">
            <a:extLst>
              <a:ext uri="{FF2B5EF4-FFF2-40B4-BE49-F238E27FC236}">
                <a16:creationId xmlns:a16="http://schemas.microsoft.com/office/drawing/2014/main" id="{3057DFB4-6E6B-47BA-AC55-CB2D6F3A76FE}"/>
              </a:ext>
            </a:extLst>
          </p:cNvPr>
          <p:cNvSpPr/>
          <p:nvPr/>
        </p:nvSpPr>
        <p:spPr>
          <a:xfrm>
            <a:off x="4613089" y="3953102"/>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94" name="Connecteur droit 93">
            <a:extLst>
              <a:ext uri="{FF2B5EF4-FFF2-40B4-BE49-F238E27FC236}">
                <a16:creationId xmlns:a16="http://schemas.microsoft.com/office/drawing/2014/main" id="{89F2FCE5-9ED0-43CA-81A0-468933999B7B}"/>
              </a:ext>
            </a:extLst>
          </p:cNvPr>
          <p:cNvCxnSpPr/>
          <p:nvPr/>
        </p:nvCxnSpPr>
        <p:spPr>
          <a:xfrm>
            <a:off x="4555939" y="4027812"/>
            <a:ext cx="190500" cy="0"/>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95" name="Rectangle : coins arrondis 94">
            <a:extLst>
              <a:ext uri="{FF2B5EF4-FFF2-40B4-BE49-F238E27FC236}">
                <a16:creationId xmlns:a16="http://schemas.microsoft.com/office/drawing/2014/main" id="{BE983556-F5F6-4CC4-ABEF-45797DA4A078}"/>
              </a:ext>
            </a:extLst>
          </p:cNvPr>
          <p:cNvSpPr/>
          <p:nvPr/>
        </p:nvSpPr>
        <p:spPr>
          <a:xfrm rot="19693001" flipV="1">
            <a:off x="6853099" y="3639554"/>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81FF9DBC-24A4-4F36-A844-4E56AE0B9529}"/>
              </a:ext>
            </a:extLst>
          </p:cNvPr>
          <p:cNvSpPr/>
          <p:nvPr/>
        </p:nvSpPr>
        <p:spPr>
          <a:xfrm rot="19693001" flipV="1">
            <a:off x="4861327" y="3614757"/>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Forme libre : forme 87">
            <a:extLst>
              <a:ext uri="{FF2B5EF4-FFF2-40B4-BE49-F238E27FC236}">
                <a16:creationId xmlns:a16="http://schemas.microsoft.com/office/drawing/2014/main" id="{4A338736-B0FB-4198-BE0A-120376EFFB9D}"/>
              </a:ext>
            </a:extLst>
          </p:cNvPr>
          <p:cNvSpPr/>
          <p:nvPr/>
        </p:nvSpPr>
        <p:spPr>
          <a:xfrm>
            <a:off x="4443943" y="3714127"/>
            <a:ext cx="416013" cy="312821"/>
          </a:xfrm>
          <a:custGeom>
            <a:avLst/>
            <a:gdLst>
              <a:gd name="connsiteX0" fmla="*/ 416013 w 416013"/>
              <a:gd name="connsiteY0" fmla="*/ 0 h 312821"/>
              <a:gd name="connsiteX1" fmla="*/ 223508 w 416013"/>
              <a:gd name="connsiteY1" fmla="*/ 120316 h 312821"/>
              <a:gd name="connsiteX2" fmla="*/ 223508 w 416013"/>
              <a:gd name="connsiteY2" fmla="*/ 120316 h 312821"/>
              <a:gd name="connsiteX3" fmla="*/ 6939 w 416013"/>
              <a:gd name="connsiteY3" fmla="*/ 312821 h 312821"/>
            </a:gdLst>
            <a:ahLst/>
            <a:cxnLst>
              <a:cxn ang="0">
                <a:pos x="connsiteX0" y="connsiteY0"/>
              </a:cxn>
              <a:cxn ang="0">
                <a:pos x="connsiteX1" y="connsiteY1"/>
              </a:cxn>
              <a:cxn ang="0">
                <a:pos x="connsiteX2" y="connsiteY2"/>
              </a:cxn>
              <a:cxn ang="0">
                <a:pos x="connsiteX3" y="connsiteY3"/>
              </a:cxn>
            </a:cxnLst>
            <a:rect l="l" t="t" r="r" b="b"/>
            <a:pathLst>
              <a:path w="416013" h="312821">
                <a:moveTo>
                  <a:pt x="416013" y="0"/>
                </a:moveTo>
                <a:lnTo>
                  <a:pt x="223508" y="120316"/>
                </a:lnTo>
                <a:lnTo>
                  <a:pt x="223508" y="120316"/>
                </a:lnTo>
                <a:cubicBezTo>
                  <a:pt x="187413" y="152400"/>
                  <a:pt x="-42524" y="283411"/>
                  <a:pt x="6939" y="3128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Forme libre : forme 96">
            <a:extLst>
              <a:ext uri="{FF2B5EF4-FFF2-40B4-BE49-F238E27FC236}">
                <a16:creationId xmlns:a16="http://schemas.microsoft.com/office/drawing/2014/main" id="{9A0C7ED0-4066-4AA9-A7CE-2F86782F9BAA}"/>
              </a:ext>
            </a:extLst>
          </p:cNvPr>
          <p:cNvSpPr/>
          <p:nvPr/>
        </p:nvSpPr>
        <p:spPr>
          <a:xfrm>
            <a:off x="6481160" y="3705795"/>
            <a:ext cx="416013" cy="312821"/>
          </a:xfrm>
          <a:custGeom>
            <a:avLst/>
            <a:gdLst>
              <a:gd name="connsiteX0" fmla="*/ 416013 w 416013"/>
              <a:gd name="connsiteY0" fmla="*/ 0 h 312821"/>
              <a:gd name="connsiteX1" fmla="*/ 223508 w 416013"/>
              <a:gd name="connsiteY1" fmla="*/ 120316 h 312821"/>
              <a:gd name="connsiteX2" fmla="*/ 223508 w 416013"/>
              <a:gd name="connsiteY2" fmla="*/ 120316 h 312821"/>
              <a:gd name="connsiteX3" fmla="*/ 6939 w 416013"/>
              <a:gd name="connsiteY3" fmla="*/ 312821 h 312821"/>
            </a:gdLst>
            <a:ahLst/>
            <a:cxnLst>
              <a:cxn ang="0">
                <a:pos x="connsiteX0" y="connsiteY0"/>
              </a:cxn>
              <a:cxn ang="0">
                <a:pos x="connsiteX1" y="connsiteY1"/>
              </a:cxn>
              <a:cxn ang="0">
                <a:pos x="connsiteX2" y="connsiteY2"/>
              </a:cxn>
              <a:cxn ang="0">
                <a:pos x="connsiteX3" y="connsiteY3"/>
              </a:cxn>
            </a:cxnLst>
            <a:rect l="l" t="t" r="r" b="b"/>
            <a:pathLst>
              <a:path w="416013" h="312821">
                <a:moveTo>
                  <a:pt x="416013" y="0"/>
                </a:moveTo>
                <a:lnTo>
                  <a:pt x="223508" y="120316"/>
                </a:lnTo>
                <a:lnTo>
                  <a:pt x="223508" y="120316"/>
                </a:lnTo>
                <a:cubicBezTo>
                  <a:pt x="187413" y="152400"/>
                  <a:pt x="-42524" y="283411"/>
                  <a:pt x="6939" y="3128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Triangle isocèle 90">
            <a:extLst>
              <a:ext uri="{FF2B5EF4-FFF2-40B4-BE49-F238E27FC236}">
                <a16:creationId xmlns:a16="http://schemas.microsoft.com/office/drawing/2014/main" id="{42A3C1F8-356D-4A09-B608-D613255C3E2B}"/>
              </a:ext>
            </a:extLst>
          </p:cNvPr>
          <p:cNvSpPr/>
          <p:nvPr/>
        </p:nvSpPr>
        <p:spPr>
          <a:xfrm rot="5400000">
            <a:off x="6633481" y="3826457"/>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98" name="Forme libre : forme 97">
            <a:extLst>
              <a:ext uri="{FF2B5EF4-FFF2-40B4-BE49-F238E27FC236}">
                <a16:creationId xmlns:a16="http://schemas.microsoft.com/office/drawing/2014/main" id="{DAC55D7F-0E5D-4ECD-91E8-49DDB8DF52D3}"/>
              </a:ext>
            </a:extLst>
          </p:cNvPr>
          <p:cNvSpPr/>
          <p:nvPr/>
        </p:nvSpPr>
        <p:spPr>
          <a:xfrm>
            <a:off x="4795241" y="3706106"/>
            <a:ext cx="570041" cy="320906"/>
          </a:xfrm>
          <a:custGeom>
            <a:avLst/>
            <a:gdLst>
              <a:gd name="connsiteX0" fmla="*/ 64715 w 570041"/>
              <a:gd name="connsiteY0" fmla="*/ 0 h 320906"/>
              <a:gd name="connsiteX1" fmla="*/ 547 w 570041"/>
              <a:gd name="connsiteY1" fmla="*/ 144379 h 320906"/>
              <a:gd name="connsiteX2" fmla="*/ 96799 w 570041"/>
              <a:gd name="connsiteY2" fmla="*/ 320842 h 320906"/>
              <a:gd name="connsiteX3" fmla="*/ 570041 w 570041"/>
              <a:gd name="connsiteY3" fmla="*/ 160421 h 320906"/>
            </a:gdLst>
            <a:ahLst/>
            <a:cxnLst>
              <a:cxn ang="0">
                <a:pos x="connsiteX0" y="connsiteY0"/>
              </a:cxn>
              <a:cxn ang="0">
                <a:pos x="connsiteX1" y="connsiteY1"/>
              </a:cxn>
              <a:cxn ang="0">
                <a:pos x="connsiteX2" y="connsiteY2"/>
              </a:cxn>
              <a:cxn ang="0">
                <a:pos x="connsiteX3" y="connsiteY3"/>
              </a:cxn>
            </a:cxnLst>
            <a:rect l="l" t="t" r="r" b="b"/>
            <a:pathLst>
              <a:path w="570041" h="320906">
                <a:moveTo>
                  <a:pt x="64715" y="0"/>
                </a:moveTo>
                <a:cubicBezTo>
                  <a:pt x="29957" y="45452"/>
                  <a:pt x="-4800" y="90905"/>
                  <a:pt x="547" y="144379"/>
                </a:cubicBezTo>
                <a:cubicBezTo>
                  <a:pt x="5894" y="197853"/>
                  <a:pt x="1883" y="318168"/>
                  <a:pt x="96799" y="320842"/>
                </a:cubicBezTo>
                <a:cubicBezTo>
                  <a:pt x="191715" y="323516"/>
                  <a:pt x="380878" y="241968"/>
                  <a:pt x="570041" y="1604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Forme libre : forme 98">
            <a:extLst>
              <a:ext uri="{FF2B5EF4-FFF2-40B4-BE49-F238E27FC236}">
                <a16:creationId xmlns:a16="http://schemas.microsoft.com/office/drawing/2014/main" id="{B3854643-1EFD-4703-88A2-B87F8110A3A7}"/>
              </a:ext>
            </a:extLst>
          </p:cNvPr>
          <p:cNvSpPr/>
          <p:nvPr/>
        </p:nvSpPr>
        <p:spPr>
          <a:xfrm>
            <a:off x="6822410" y="3713492"/>
            <a:ext cx="570041" cy="320906"/>
          </a:xfrm>
          <a:custGeom>
            <a:avLst/>
            <a:gdLst>
              <a:gd name="connsiteX0" fmla="*/ 64715 w 570041"/>
              <a:gd name="connsiteY0" fmla="*/ 0 h 320906"/>
              <a:gd name="connsiteX1" fmla="*/ 547 w 570041"/>
              <a:gd name="connsiteY1" fmla="*/ 144379 h 320906"/>
              <a:gd name="connsiteX2" fmla="*/ 96799 w 570041"/>
              <a:gd name="connsiteY2" fmla="*/ 320842 h 320906"/>
              <a:gd name="connsiteX3" fmla="*/ 570041 w 570041"/>
              <a:gd name="connsiteY3" fmla="*/ 160421 h 320906"/>
            </a:gdLst>
            <a:ahLst/>
            <a:cxnLst>
              <a:cxn ang="0">
                <a:pos x="connsiteX0" y="connsiteY0"/>
              </a:cxn>
              <a:cxn ang="0">
                <a:pos x="connsiteX1" y="connsiteY1"/>
              </a:cxn>
              <a:cxn ang="0">
                <a:pos x="connsiteX2" y="connsiteY2"/>
              </a:cxn>
              <a:cxn ang="0">
                <a:pos x="connsiteX3" y="connsiteY3"/>
              </a:cxn>
            </a:cxnLst>
            <a:rect l="l" t="t" r="r" b="b"/>
            <a:pathLst>
              <a:path w="570041" h="320906">
                <a:moveTo>
                  <a:pt x="64715" y="0"/>
                </a:moveTo>
                <a:cubicBezTo>
                  <a:pt x="29957" y="45452"/>
                  <a:pt x="-4800" y="90905"/>
                  <a:pt x="547" y="144379"/>
                </a:cubicBezTo>
                <a:cubicBezTo>
                  <a:pt x="5894" y="197853"/>
                  <a:pt x="1883" y="318168"/>
                  <a:pt x="96799" y="320842"/>
                </a:cubicBezTo>
                <a:cubicBezTo>
                  <a:pt x="191715" y="323516"/>
                  <a:pt x="380878" y="241968"/>
                  <a:pt x="570041" y="1604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Bande diagonale 100">
            <a:extLst>
              <a:ext uri="{FF2B5EF4-FFF2-40B4-BE49-F238E27FC236}">
                <a16:creationId xmlns:a16="http://schemas.microsoft.com/office/drawing/2014/main" id="{1225DC85-FFCA-497C-9EA7-A260FA712799}"/>
              </a:ext>
            </a:extLst>
          </p:cNvPr>
          <p:cNvSpPr/>
          <p:nvPr/>
        </p:nvSpPr>
        <p:spPr>
          <a:xfrm rot="16200000">
            <a:off x="3905277" y="3551443"/>
            <a:ext cx="913885" cy="1134637"/>
          </a:xfrm>
          <a:prstGeom prst="diagStripe">
            <a:avLst>
              <a:gd name="adj" fmla="val 0"/>
            </a:avLst>
          </a:prstGeom>
          <a:solidFill>
            <a:srgbClr val="C00000">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2" name="Ellipse 101">
            <a:extLst>
              <a:ext uri="{FF2B5EF4-FFF2-40B4-BE49-F238E27FC236}">
                <a16:creationId xmlns:a16="http://schemas.microsoft.com/office/drawing/2014/main" id="{6BF7DC77-21CA-418D-8EF3-9FA175714180}"/>
              </a:ext>
            </a:extLst>
          </p:cNvPr>
          <p:cNvSpPr/>
          <p:nvPr/>
        </p:nvSpPr>
        <p:spPr>
          <a:xfrm>
            <a:off x="4081504" y="4277702"/>
            <a:ext cx="63420" cy="59376"/>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Ellipse 102">
            <a:extLst>
              <a:ext uri="{FF2B5EF4-FFF2-40B4-BE49-F238E27FC236}">
                <a16:creationId xmlns:a16="http://schemas.microsoft.com/office/drawing/2014/main" id="{E0D25D4B-EAD3-4A22-9D30-E9B1AFD03414}"/>
              </a:ext>
            </a:extLst>
          </p:cNvPr>
          <p:cNvSpPr/>
          <p:nvPr/>
        </p:nvSpPr>
        <p:spPr>
          <a:xfrm>
            <a:off x="3902911" y="4101744"/>
            <a:ext cx="420606" cy="419108"/>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7" name="Connecteur droit 106">
            <a:extLst>
              <a:ext uri="{FF2B5EF4-FFF2-40B4-BE49-F238E27FC236}">
                <a16:creationId xmlns:a16="http://schemas.microsoft.com/office/drawing/2014/main" id="{2C139405-1BB3-4C50-A598-F050FD5C96DB}"/>
              </a:ext>
            </a:extLst>
          </p:cNvPr>
          <p:cNvCxnSpPr>
            <a:stCxn id="102" idx="6"/>
            <a:endCxn id="103" idx="6"/>
          </p:cNvCxnSpPr>
          <p:nvPr/>
        </p:nvCxnSpPr>
        <p:spPr>
          <a:xfrm>
            <a:off x="4144924" y="4307390"/>
            <a:ext cx="178593" cy="390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8" name="ZoneTexte 107">
            <a:extLst>
              <a:ext uri="{FF2B5EF4-FFF2-40B4-BE49-F238E27FC236}">
                <a16:creationId xmlns:a16="http://schemas.microsoft.com/office/drawing/2014/main" id="{F19E3868-9DCC-4F4D-8CCB-CDB9066DD998}"/>
              </a:ext>
            </a:extLst>
          </p:cNvPr>
          <p:cNvSpPr txBox="1"/>
          <p:nvPr/>
        </p:nvSpPr>
        <p:spPr>
          <a:xfrm>
            <a:off x="4088187" y="4015010"/>
            <a:ext cx="292068" cy="369332"/>
          </a:xfrm>
          <a:prstGeom prst="rect">
            <a:avLst/>
          </a:prstGeom>
          <a:noFill/>
        </p:spPr>
        <p:txBody>
          <a:bodyPr wrap="none" rtlCol="0">
            <a:spAutoFit/>
          </a:bodyPr>
          <a:lstStyle/>
          <a:p>
            <a:r>
              <a:rPr lang="fr-FR" dirty="0"/>
              <a:t>?</a:t>
            </a:r>
          </a:p>
        </p:txBody>
      </p:sp>
      <p:sp>
        <p:nvSpPr>
          <p:cNvPr id="110" name="Ellipse 109">
            <a:extLst>
              <a:ext uri="{FF2B5EF4-FFF2-40B4-BE49-F238E27FC236}">
                <a16:creationId xmlns:a16="http://schemas.microsoft.com/office/drawing/2014/main" id="{B3714A1A-00F1-4C70-B5F0-36F33389A78F}"/>
              </a:ext>
            </a:extLst>
          </p:cNvPr>
          <p:cNvSpPr/>
          <p:nvPr/>
        </p:nvSpPr>
        <p:spPr>
          <a:xfrm>
            <a:off x="6056299" y="434161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111" name="Connecteur droit 110">
            <a:extLst>
              <a:ext uri="{FF2B5EF4-FFF2-40B4-BE49-F238E27FC236}">
                <a16:creationId xmlns:a16="http://schemas.microsoft.com/office/drawing/2014/main" id="{478ED0D7-DDF2-4F28-89D1-FDEC6956EC0F}"/>
              </a:ext>
            </a:extLst>
          </p:cNvPr>
          <p:cNvCxnSpPr>
            <a:cxnSpLocks/>
          </p:cNvCxnSpPr>
          <p:nvPr/>
        </p:nvCxnSpPr>
        <p:spPr>
          <a:xfrm>
            <a:off x="6094399" y="4194830"/>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112" name="Triangle isocèle 111">
            <a:extLst>
              <a:ext uri="{FF2B5EF4-FFF2-40B4-BE49-F238E27FC236}">
                <a16:creationId xmlns:a16="http://schemas.microsoft.com/office/drawing/2014/main" id="{8A0DC25E-FE7C-449D-8505-44D7201C6599}"/>
              </a:ext>
            </a:extLst>
          </p:cNvPr>
          <p:cNvSpPr/>
          <p:nvPr/>
        </p:nvSpPr>
        <p:spPr>
          <a:xfrm rot="5400000">
            <a:off x="6091498" y="4190439"/>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13" name="ZoneTexte 112">
            <a:extLst>
              <a:ext uri="{FF2B5EF4-FFF2-40B4-BE49-F238E27FC236}">
                <a16:creationId xmlns:a16="http://schemas.microsoft.com/office/drawing/2014/main" id="{3DBF4112-3A92-4409-A2CE-408217249C94}"/>
              </a:ext>
            </a:extLst>
          </p:cNvPr>
          <p:cNvSpPr txBox="1"/>
          <p:nvPr/>
        </p:nvSpPr>
        <p:spPr>
          <a:xfrm>
            <a:off x="6071307" y="3900210"/>
            <a:ext cx="292068" cy="369332"/>
          </a:xfrm>
          <a:prstGeom prst="rect">
            <a:avLst/>
          </a:prstGeom>
          <a:noFill/>
        </p:spPr>
        <p:txBody>
          <a:bodyPr wrap="none" rtlCol="0">
            <a:spAutoFit/>
          </a:bodyPr>
          <a:lstStyle/>
          <a:p>
            <a:r>
              <a:rPr lang="fr-FR" dirty="0"/>
              <a:t>?</a:t>
            </a:r>
          </a:p>
        </p:txBody>
      </p:sp>
    </p:spTree>
    <p:extLst>
      <p:ext uri="{BB962C8B-B14F-4D97-AF65-F5344CB8AC3E}">
        <p14:creationId xmlns:p14="http://schemas.microsoft.com/office/powerpoint/2010/main" val="1581990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818913" cy="369332"/>
          </a:xfrm>
          <a:prstGeom prst="rect">
            <a:avLst/>
          </a:prstGeom>
          <a:noFill/>
        </p:spPr>
        <p:txBody>
          <a:bodyPr wrap="none" rtlCol="0">
            <a:spAutoFit/>
          </a:bodyPr>
          <a:lstStyle/>
          <a:p>
            <a:r>
              <a:rPr lang="fr-FR" dirty="0">
                <a:solidFill>
                  <a:schemeClr val="bg1"/>
                </a:solidFill>
              </a:rPr>
              <a:t>USE CASE 1 : Dysfonctionnel</a:t>
            </a:r>
          </a:p>
        </p:txBody>
      </p:sp>
      <p:sp>
        <p:nvSpPr>
          <p:cNvPr id="19" name="ZoneTexte 18">
            <a:extLst>
              <a:ext uri="{FF2B5EF4-FFF2-40B4-BE49-F238E27FC236}">
                <a16:creationId xmlns:a16="http://schemas.microsoft.com/office/drawing/2014/main" id="{E21DBE4D-E327-4B63-92FB-294DBB4CCB09}"/>
              </a:ext>
            </a:extLst>
          </p:cNvPr>
          <p:cNvSpPr txBox="1"/>
          <p:nvPr/>
        </p:nvSpPr>
        <p:spPr>
          <a:xfrm>
            <a:off x="230546" y="927669"/>
            <a:ext cx="3549366" cy="230832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chemeClr val="bg1"/>
                </a:solidFill>
              </a:rPr>
              <a:t>Dysfonctionnel lié aux déplacements des </a:t>
            </a:r>
            <a:r>
              <a:rPr lang="fr-FR" dirty="0" err="1">
                <a:solidFill>
                  <a:schemeClr val="bg1"/>
                </a:solidFill>
              </a:rPr>
              <a:t>UUVs</a:t>
            </a:r>
            <a:r>
              <a:rPr lang="fr-FR" dirty="0">
                <a:solidFill>
                  <a:schemeClr val="bg1"/>
                </a:solidFill>
              </a:rPr>
              <a:t>: </a:t>
            </a:r>
          </a:p>
          <a:p>
            <a:pPr marL="742950" lvl="1" indent="-285750">
              <a:buFont typeface="Arial" panose="020B0604020202020204" pitchFamily="34" charset="0"/>
              <a:buChar char="•"/>
            </a:pPr>
            <a:r>
              <a:rPr lang="fr-FR" dirty="0">
                <a:solidFill>
                  <a:schemeClr val="bg1"/>
                </a:solidFill>
              </a:rPr>
              <a:t>Perte d’un ou plusieurs UUV tier-3</a:t>
            </a:r>
          </a:p>
          <a:p>
            <a:pPr marL="742950" lvl="1" indent="-285750">
              <a:buFont typeface="Arial" panose="020B0604020202020204" pitchFamily="34" charset="0"/>
              <a:buChar char="•"/>
            </a:pPr>
            <a:r>
              <a:rPr lang="fr-FR" dirty="0">
                <a:solidFill>
                  <a:schemeClr val="bg1"/>
                </a:solidFill>
              </a:rPr>
              <a:t>UUV tier-1 se perd</a:t>
            </a:r>
          </a:p>
          <a:p>
            <a:pPr marL="742950" lvl="1" indent="-285750">
              <a:buFont typeface="Arial" panose="020B0604020202020204" pitchFamily="34" charset="0"/>
              <a:buChar char="•"/>
            </a:pPr>
            <a:r>
              <a:rPr lang="fr-FR" dirty="0">
                <a:solidFill>
                  <a:schemeClr val="bg1"/>
                </a:solidFill>
              </a:rPr>
              <a:t>Mauvais positionnement finale de l’UUV tier-3 </a:t>
            </a:r>
          </a:p>
          <a:p>
            <a:pPr lvl="1"/>
            <a:r>
              <a:rPr lang="fr-FR" dirty="0">
                <a:solidFill>
                  <a:schemeClr val="bg1"/>
                </a:solidFill>
              </a:rPr>
              <a:t> </a:t>
            </a:r>
          </a:p>
        </p:txBody>
      </p:sp>
      <p:sp>
        <p:nvSpPr>
          <p:cNvPr id="2" name="Rectangle : coins arrondis 1">
            <a:extLst>
              <a:ext uri="{FF2B5EF4-FFF2-40B4-BE49-F238E27FC236}">
                <a16:creationId xmlns:a16="http://schemas.microsoft.com/office/drawing/2014/main" id="{6AF4529F-00F2-469E-A7B4-2F143B9A76C6}"/>
              </a:ext>
            </a:extLst>
          </p:cNvPr>
          <p:cNvSpPr/>
          <p:nvPr/>
        </p:nvSpPr>
        <p:spPr>
          <a:xfrm>
            <a:off x="5321991" y="555526"/>
            <a:ext cx="1872204" cy="1296144"/>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 coins arrondis 127">
            <a:extLst>
              <a:ext uri="{FF2B5EF4-FFF2-40B4-BE49-F238E27FC236}">
                <a16:creationId xmlns:a16="http://schemas.microsoft.com/office/drawing/2014/main" id="{6E45F79B-E1EE-4B22-9402-87A556769168}"/>
              </a:ext>
            </a:extLst>
          </p:cNvPr>
          <p:cNvSpPr/>
          <p:nvPr/>
        </p:nvSpPr>
        <p:spPr>
          <a:xfrm>
            <a:off x="5321991" y="1923678"/>
            <a:ext cx="1872204" cy="1296144"/>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 coins arrondis 128">
            <a:extLst>
              <a:ext uri="{FF2B5EF4-FFF2-40B4-BE49-F238E27FC236}">
                <a16:creationId xmlns:a16="http://schemas.microsoft.com/office/drawing/2014/main" id="{B65E1FB7-90E4-463C-A7F6-44AE41B2CBC3}"/>
              </a:ext>
            </a:extLst>
          </p:cNvPr>
          <p:cNvSpPr/>
          <p:nvPr/>
        </p:nvSpPr>
        <p:spPr>
          <a:xfrm>
            <a:off x="5321991" y="3288822"/>
            <a:ext cx="1872204" cy="1296144"/>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Triangle isocèle 130">
            <a:extLst>
              <a:ext uri="{FF2B5EF4-FFF2-40B4-BE49-F238E27FC236}">
                <a16:creationId xmlns:a16="http://schemas.microsoft.com/office/drawing/2014/main" id="{43E75D18-C3E8-402B-8D22-B5F4D0D653CD}"/>
              </a:ext>
            </a:extLst>
          </p:cNvPr>
          <p:cNvSpPr/>
          <p:nvPr/>
        </p:nvSpPr>
        <p:spPr>
          <a:xfrm rot="14268662">
            <a:off x="6479701" y="69924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Bande diagonale 138">
            <a:extLst>
              <a:ext uri="{FF2B5EF4-FFF2-40B4-BE49-F238E27FC236}">
                <a16:creationId xmlns:a16="http://schemas.microsoft.com/office/drawing/2014/main" id="{232B69DD-6D0D-4001-A023-D5CE89EF59FE}"/>
              </a:ext>
            </a:extLst>
          </p:cNvPr>
          <p:cNvSpPr/>
          <p:nvPr/>
        </p:nvSpPr>
        <p:spPr>
          <a:xfrm rot="16200000">
            <a:off x="5636542" y="3027313"/>
            <a:ext cx="1243102" cy="1872203"/>
          </a:xfrm>
          <a:prstGeom prst="diagStripe">
            <a:avLst>
              <a:gd name="adj" fmla="val 2999"/>
            </a:avLst>
          </a:prstGeom>
          <a:solidFill>
            <a:srgbClr val="C00000">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40" name="Ellipse 139">
            <a:extLst>
              <a:ext uri="{FF2B5EF4-FFF2-40B4-BE49-F238E27FC236}">
                <a16:creationId xmlns:a16="http://schemas.microsoft.com/office/drawing/2014/main" id="{EA3BAD06-B9A1-4085-A31C-336043D2995F}"/>
              </a:ext>
            </a:extLst>
          </p:cNvPr>
          <p:cNvSpPr/>
          <p:nvPr/>
        </p:nvSpPr>
        <p:spPr>
          <a:xfrm>
            <a:off x="5606716" y="4123412"/>
            <a:ext cx="63420" cy="59376"/>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Triangle isocèle 143">
            <a:extLst>
              <a:ext uri="{FF2B5EF4-FFF2-40B4-BE49-F238E27FC236}">
                <a16:creationId xmlns:a16="http://schemas.microsoft.com/office/drawing/2014/main" id="{70C885C2-EB92-423F-91D4-4B6B0C73A571}"/>
              </a:ext>
            </a:extLst>
          </p:cNvPr>
          <p:cNvSpPr/>
          <p:nvPr/>
        </p:nvSpPr>
        <p:spPr>
          <a:xfrm rot="14268662">
            <a:off x="5961347" y="4196891"/>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Triangle isocèle 144">
            <a:extLst>
              <a:ext uri="{FF2B5EF4-FFF2-40B4-BE49-F238E27FC236}">
                <a16:creationId xmlns:a16="http://schemas.microsoft.com/office/drawing/2014/main" id="{A4237ABD-B7B9-42AC-B74F-32AEDA8D3BC6}"/>
              </a:ext>
            </a:extLst>
          </p:cNvPr>
          <p:cNvSpPr/>
          <p:nvPr/>
        </p:nvSpPr>
        <p:spPr>
          <a:xfrm rot="14268662">
            <a:off x="6632101" y="85164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Triangle isocèle 145">
            <a:extLst>
              <a:ext uri="{FF2B5EF4-FFF2-40B4-BE49-F238E27FC236}">
                <a16:creationId xmlns:a16="http://schemas.microsoft.com/office/drawing/2014/main" id="{C08A1BDE-1526-4F50-9368-266A2B041CAE}"/>
              </a:ext>
            </a:extLst>
          </p:cNvPr>
          <p:cNvSpPr/>
          <p:nvPr/>
        </p:nvSpPr>
        <p:spPr>
          <a:xfrm rot="14268662">
            <a:off x="6784501" y="100404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Triangle isocèle 146">
            <a:extLst>
              <a:ext uri="{FF2B5EF4-FFF2-40B4-BE49-F238E27FC236}">
                <a16:creationId xmlns:a16="http://schemas.microsoft.com/office/drawing/2014/main" id="{E5EF989B-E5C0-45E2-AD58-88AC92876066}"/>
              </a:ext>
            </a:extLst>
          </p:cNvPr>
          <p:cNvSpPr/>
          <p:nvPr/>
        </p:nvSpPr>
        <p:spPr>
          <a:xfrm rot="14268662">
            <a:off x="6774702" y="609070"/>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Triangle isocèle 147">
            <a:extLst>
              <a:ext uri="{FF2B5EF4-FFF2-40B4-BE49-F238E27FC236}">
                <a16:creationId xmlns:a16="http://schemas.microsoft.com/office/drawing/2014/main" id="{B934CB3E-27D3-4DF6-B9CE-F1D53F8F767C}"/>
              </a:ext>
            </a:extLst>
          </p:cNvPr>
          <p:cNvSpPr/>
          <p:nvPr/>
        </p:nvSpPr>
        <p:spPr>
          <a:xfrm rot="14268662">
            <a:off x="6949843" y="778916"/>
            <a:ext cx="84667" cy="177800"/>
          </a:xfrm>
          <a:prstGeom prst="triangle">
            <a:avLst/>
          </a:prstGeom>
          <a:solidFill>
            <a:schemeClr val="bg1"/>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 coins arrondis 148">
            <a:extLst>
              <a:ext uri="{FF2B5EF4-FFF2-40B4-BE49-F238E27FC236}">
                <a16:creationId xmlns:a16="http://schemas.microsoft.com/office/drawing/2014/main" id="{570FFC0C-4BDF-4897-BDD0-D24443EB8980}"/>
              </a:ext>
            </a:extLst>
          </p:cNvPr>
          <p:cNvSpPr/>
          <p:nvPr/>
        </p:nvSpPr>
        <p:spPr>
          <a:xfrm rot="19820747" flipV="1">
            <a:off x="6157393" y="1135293"/>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Arc partiel 3">
            <a:extLst>
              <a:ext uri="{FF2B5EF4-FFF2-40B4-BE49-F238E27FC236}">
                <a16:creationId xmlns:a16="http://schemas.microsoft.com/office/drawing/2014/main" id="{5853FCBD-3B1B-49EC-AD63-52B299E300EE}"/>
              </a:ext>
            </a:extLst>
          </p:cNvPr>
          <p:cNvSpPr/>
          <p:nvPr/>
        </p:nvSpPr>
        <p:spPr>
          <a:xfrm rot="16035143">
            <a:off x="5705687" y="794045"/>
            <a:ext cx="914400" cy="914400"/>
          </a:xfrm>
          <a:prstGeom prst="pie">
            <a:avLst>
              <a:gd name="adj1" fmla="val 11623338"/>
              <a:gd name="adj2" fmla="val 1620000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50" name="Triangle isocèle 149">
            <a:extLst>
              <a:ext uri="{FF2B5EF4-FFF2-40B4-BE49-F238E27FC236}">
                <a16:creationId xmlns:a16="http://schemas.microsoft.com/office/drawing/2014/main" id="{AA055731-9C7A-411A-9245-01EFD91106CB}"/>
              </a:ext>
            </a:extLst>
          </p:cNvPr>
          <p:cNvSpPr/>
          <p:nvPr/>
        </p:nvSpPr>
        <p:spPr>
          <a:xfrm rot="18686344">
            <a:off x="5460148" y="1634128"/>
            <a:ext cx="84667" cy="177800"/>
          </a:xfrm>
          <a:prstGeom prst="triangle">
            <a:avLst/>
          </a:prstGeom>
          <a:solidFill>
            <a:srgbClr val="C000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Bande diagonale 150">
            <a:extLst>
              <a:ext uri="{FF2B5EF4-FFF2-40B4-BE49-F238E27FC236}">
                <a16:creationId xmlns:a16="http://schemas.microsoft.com/office/drawing/2014/main" id="{B23728CE-3544-4D91-9DA6-BE5D4376B991}"/>
              </a:ext>
            </a:extLst>
          </p:cNvPr>
          <p:cNvSpPr/>
          <p:nvPr/>
        </p:nvSpPr>
        <p:spPr>
          <a:xfrm rot="5400000" flipH="1">
            <a:off x="6162879" y="830517"/>
            <a:ext cx="913885" cy="1134637"/>
          </a:xfrm>
          <a:prstGeom prst="diagStripe">
            <a:avLst>
              <a:gd name="adj" fmla="val 0"/>
            </a:avLst>
          </a:prstGeom>
          <a:solidFill>
            <a:srgbClr val="C00000">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52" name="Ellipse 151">
            <a:extLst>
              <a:ext uri="{FF2B5EF4-FFF2-40B4-BE49-F238E27FC236}">
                <a16:creationId xmlns:a16="http://schemas.microsoft.com/office/drawing/2014/main" id="{8C586BBF-BA7E-4708-985D-219295E37222}"/>
              </a:ext>
            </a:extLst>
          </p:cNvPr>
          <p:cNvSpPr/>
          <p:nvPr/>
        </p:nvSpPr>
        <p:spPr>
          <a:xfrm>
            <a:off x="6704513" y="1635495"/>
            <a:ext cx="63420" cy="59376"/>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Ellipse 152">
            <a:extLst>
              <a:ext uri="{FF2B5EF4-FFF2-40B4-BE49-F238E27FC236}">
                <a16:creationId xmlns:a16="http://schemas.microsoft.com/office/drawing/2014/main" id="{7D8CFDF4-803C-4254-A3D5-A1A37D1C6268}"/>
              </a:ext>
            </a:extLst>
          </p:cNvPr>
          <p:cNvSpPr/>
          <p:nvPr/>
        </p:nvSpPr>
        <p:spPr>
          <a:xfrm>
            <a:off x="6960466" y="1491630"/>
            <a:ext cx="63420" cy="59376"/>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1A08BC5D-C39E-40CF-B329-CA900F0B148B}"/>
              </a:ext>
            </a:extLst>
          </p:cNvPr>
          <p:cNvSpPr/>
          <p:nvPr/>
        </p:nvSpPr>
        <p:spPr>
          <a:xfrm>
            <a:off x="5582653" y="1235242"/>
            <a:ext cx="569494" cy="409074"/>
          </a:xfrm>
          <a:custGeom>
            <a:avLst/>
            <a:gdLst>
              <a:gd name="connsiteX0" fmla="*/ 569494 w 569494"/>
              <a:gd name="connsiteY0" fmla="*/ 0 h 409074"/>
              <a:gd name="connsiteX1" fmla="*/ 304800 w 569494"/>
              <a:gd name="connsiteY1" fmla="*/ 176463 h 409074"/>
              <a:gd name="connsiteX2" fmla="*/ 0 w 569494"/>
              <a:gd name="connsiteY2" fmla="*/ 409074 h 409074"/>
            </a:gdLst>
            <a:ahLst/>
            <a:cxnLst>
              <a:cxn ang="0">
                <a:pos x="connsiteX0" y="connsiteY0"/>
              </a:cxn>
              <a:cxn ang="0">
                <a:pos x="connsiteX1" y="connsiteY1"/>
              </a:cxn>
              <a:cxn ang="0">
                <a:pos x="connsiteX2" y="connsiteY2"/>
              </a:cxn>
            </a:cxnLst>
            <a:rect l="l" t="t" r="r" b="b"/>
            <a:pathLst>
              <a:path w="569494" h="409074">
                <a:moveTo>
                  <a:pt x="569494" y="0"/>
                </a:moveTo>
                <a:cubicBezTo>
                  <a:pt x="484605" y="54142"/>
                  <a:pt x="399716" y="108284"/>
                  <a:pt x="304800" y="176463"/>
                </a:cubicBezTo>
                <a:cubicBezTo>
                  <a:pt x="209884" y="244642"/>
                  <a:pt x="104942" y="326858"/>
                  <a:pt x="0" y="409074"/>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orme libre : forme 5">
            <a:extLst>
              <a:ext uri="{FF2B5EF4-FFF2-40B4-BE49-F238E27FC236}">
                <a16:creationId xmlns:a16="http://schemas.microsoft.com/office/drawing/2014/main" id="{B596C4B5-A984-4523-86B1-3BC1FC5E0139}"/>
              </a:ext>
            </a:extLst>
          </p:cNvPr>
          <p:cNvSpPr/>
          <p:nvPr/>
        </p:nvSpPr>
        <p:spPr>
          <a:xfrm>
            <a:off x="5984423" y="1235242"/>
            <a:ext cx="512630" cy="385011"/>
          </a:xfrm>
          <a:custGeom>
            <a:avLst/>
            <a:gdLst>
              <a:gd name="connsiteX0" fmla="*/ 175745 w 512630"/>
              <a:gd name="connsiteY0" fmla="*/ 0 h 385011"/>
              <a:gd name="connsiteX1" fmla="*/ 15324 w 512630"/>
              <a:gd name="connsiteY1" fmla="*/ 208547 h 385011"/>
              <a:gd name="connsiteX2" fmla="*/ 512630 w 512630"/>
              <a:gd name="connsiteY2" fmla="*/ 385011 h 385011"/>
            </a:gdLst>
            <a:ahLst/>
            <a:cxnLst>
              <a:cxn ang="0">
                <a:pos x="connsiteX0" y="connsiteY0"/>
              </a:cxn>
              <a:cxn ang="0">
                <a:pos x="connsiteX1" y="connsiteY1"/>
              </a:cxn>
              <a:cxn ang="0">
                <a:pos x="connsiteX2" y="connsiteY2"/>
              </a:cxn>
            </a:cxnLst>
            <a:rect l="l" t="t" r="r" b="b"/>
            <a:pathLst>
              <a:path w="512630" h="385011">
                <a:moveTo>
                  <a:pt x="175745" y="0"/>
                </a:moveTo>
                <a:cubicBezTo>
                  <a:pt x="67461" y="72189"/>
                  <a:pt x="-40823" y="144379"/>
                  <a:pt x="15324" y="208547"/>
                </a:cubicBezTo>
                <a:cubicBezTo>
                  <a:pt x="71471" y="272715"/>
                  <a:pt x="292050" y="328863"/>
                  <a:pt x="512630" y="385011"/>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 coins arrondis 153">
            <a:extLst>
              <a:ext uri="{FF2B5EF4-FFF2-40B4-BE49-F238E27FC236}">
                <a16:creationId xmlns:a16="http://schemas.microsoft.com/office/drawing/2014/main" id="{1DF9F86F-B6F7-45CE-9014-F007DC33C8F8}"/>
              </a:ext>
            </a:extLst>
          </p:cNvPr>
          <p:cNvSpPr/>
          <p:nvPr/>
        </p:nvSpPr>
        <p:spPr>
          <a:xfrm rot="19820747" flipV="1">
            <a:off x="6428356" y="2367786"/>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Bande diagonale 154">
            <a:extLst>
              <a:ext uri="{FF2B5EF4-FFF2-40B4-BE49-F238E27FC236}">
                <a16:creationId xmlns:a16="http://schemas.microsoft.com/office/drawing/2014/main" id="{2159F28E-CCC1-4C4D-BCD3-9ED7A79B4D67}"/>
              </a:ext>
            </a:extLst>
          </p:cNvPr>
          <p:cNvSpPr/>
          <p:nvPr/>
        </p:nvSpPr>
        <p:spPr>
          <a:xfrm rot="16200000">
            <a:off x="5310417" y="2654297"/>
            <a:ext cx="575643" cy="552495"/>
          </a:xfrm>
          <a:prstGeom prst="diagStripe">
            <a:avLst>
              <a:gd name="adj" fmla="val 0"/>
            </a:avLst>
          </a:prstGeom>
          <a:solidFill>
            <a:srgbClr val="C00000">
              <a:alpha val="3000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156" name="Graphique 155">
            <a:extLst>
              <a:ext uri="{FF2B5EF4-FFF2-40B4-BE49-F238E27FC236}">
                <a16:creationId xmlns:a16="http://schemas.microsoft.com/office/drawing/2014/main" id="{9A3C84E3-2C82-4C62-8A69-0FF972580A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9418420">
            <a:off x="5403709" y="2181413"/>
            <a:ext cx="728693" cy="134943"/>
          </a:xfrm>
          <a:prstGeom prst="rect">
            <a:avLst/>
          </a:prstGeom>
        </p:spPr>
      </p:pic>
      <p:sp>
        <p:nvSpPr>
          <p:cNvPr id="157" name="ZoneTexte 156">
            <a:extLst>
              <a:ext uri="{FF2B5EF4-FFF2-40B4-BE49-F238E27FC236}">
                <a16:creationId xmlns:a16="http://schemas.microsoft.com/office/drawing/2014/main" id="{BEA9E4E3-BC8F-4ED2-B2DB-CC1A549ECBC7}"/>
              </a:ext>
            </a:extLst>
          </p:cNvPr>
          <p:cNvSpPr txBox="1"/>
          <p:nvPr/>
        </p:nvSpPr>
        <p:spPr>
          <a:xfrm>
            <a:off x="5356447" y="2861848"/>
            <a:ext cx="292068" cy="369332"/>
          </a:xfrm>
          <a:prstGeom prst="rect">
            <a:avLst/>
          </a:prstGeom>
          <a:noFill/>
        </p:spPr>
        <p:txBody>
          <a:bodyPr wrap="none" rtlCol="0">
            <a:spAutoFit/>
          </a:bodyPr>
          <a:lstStyle/>
          <a:p>
            <a:r>
              <a:rPr lang="fr-FR" dirty="0"/>
              <a:t>?</a:t>
            </a:r>
          </a:p>
        </p:txBody>
      </p:sp>
      <p:sp>
        <p:nvSpPr>
          <p:cNvPr id="158" name="ZoneTexte 157">
            <a:extLst>
              <a:ext uri="{FF2B5EF4-FFF2-40B4-BE49-F238E27FC236}">
                <a16:creationId xmlns:a16="http://schemas.microsoft.com/office/drawing/2014/main" id="{6FD516D8-79B5-44B1-AF87-B394A1AD80D6}"/>
              </a:ext>
            </a:extLst>
          </p:cNvPr>
          <p:cNvSpPr txBox="1"/>
          <p:nvPr/>
        </p:nvSpPr>
        <p:spPr>
          <a:xfrm>
            <a:off x="5502481" y="1975168"/>
            <a:ext cx="292068" cy="369332"/>
          </a:xfrm>
          <a:prstGeom prst="rect">
            <a:avLst/>
          </a:prstGeom>
          <a:noFill/>
        </p:spPr>
        <p:txBody>
          <a:bodyPr wrap="none" rtlCol="0">
            <a:spAutoFit/>
          </a:bodyPr>
          <a:lstStyle/>
          <a:p>
            <a:r>
              <a:rPr lang="fr-FR" dirty="0"/>
              <a:t>?</a:t>
            </a:r>
          </a:p>
        </p:txBody>
      </p:sp>
      <p:sp>
        <p:nvSpPr>
          <p:cNvPr id="163" name="Bande diagonale 162">
            <a:extLst>
              <a:ext uri="{FF2B5EF4-FFF2-40B4-BE49-F238E27FC236}">
                <a16:creationId xmlns:a16="http://schemas.microsoft.com/office/drawing/2014/main" id="{BA36EBCC-9714-4C70-B43C-63828F23F5DC}"/>
              </a:ext>
            </a:extLst>
          </p:cNvPr>
          <p:cNvSpPr/>
          <p:nvPr/>
        </p:nvSpPr>
        <p:spPr>
          <a:xfrm rot="5400000" flipH="1">
            <a:off x="6426994" y="2471035"/>
            <a:ext cx="654315" cy="865974"/>
          </a:xfrm>
          <a:prstGeom prst="diagStripe">
            <a:avLst>
              <a:gd name="adj" fmla="val 0"/>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8" name="Forme libre : forme 7">
            <a:extLst>
              <a:ext uri="{FF2B5EF4-FFF2-40B4-BE49-F238E27FC236}">
                <a16:creationId xmlns:a16="http://schemas.microsoft.com/office/drawing/2014/main" id="{4CB32F78-D55E-4C71-B9F0-0D3F41C7BFEA}"/>
              </a:ext>
            </a:extLst>
          </p:cNvPr>
          <p:cNvSpPr/>
          <p:nvPr/>
        </p:nvSpPr>
        <p:spPr>
          <a:xfrm>
            <a:off x="6664848" y="3087730"/>
            <a:ext cx="425116" cy="80606"/>
          </a:xfrm>
          <a:custGeom>
            <a:avLst/>
            <a:gdLst>
              <a:gd name="connsiteX0" fmla="*/ 0 w 425116"/>
              <a:gd name="connsiteY0" fmla="*/ 72224 h 80606"/>
              <a:gd name="connsiteX1" fmla="*/ 104274 w 425116"/>
              <a:gd name="connsiteY1" fmla="*/ 35 h 80606"/>
              <a:gd name="connsiteX2" fmla="*/ 280737 w 425116"/>
              <a:gd name="connsiteY2" fmla="*/ 80245 h 80606"/>
              <a:gd name="connsiteX3" fmla="*/ 425116 w 425116"/>
              <a:gd name="connsiteY3" fmla="*/ 24098 h 80606"/>
            </a:gdLst>
            <a:ahLst/>
            <a:cxnLst>
              <a:cxn ang="0">
                <a:pos x="connsiteX0" y="connsiteY0"/>
              </a:cxn>
              <a:cxn ang="0">
                <a:pos x="connsiteX1" y="connsiteY1"/>
              </a:cxn>
              <a:cxn ang="0">
                <a:pos x="connsiteX2" y="connsiteY2"/>
              </a:cxn>
              <a:cxn ang="0">
                <a:pos x="connsiteX3" y="connsiteY3"/>
              </a:cxn>
            </a:cxnLst>
            <a:rect l="l" t="t" r="r" b="b"/>
            <a:pathLst>
              <a:path w="425116" h="80606">
                <a:moveTo>
                  <a:pt x="0" y="72224"/>
                </a:moveTo>
                <a:cubicBezTo>
                  <a:pt x="28742" y="35461"/>
                  <a:pt x="57485" y="-1302"/>
                  <a:pt x="104274" y="35"/>
                </a:cubicBezTo>
                <a:cubicBezTo>
                  <a:pt x="151063" y="1372"/>
                  <a:pt x="227263" y="76234"/>
                  <a:pt x="280737" y="80245"/>
                </a:cubicBezTo>
                <a:cubicBezTo>
                  <a:pt x="334211" y="84256"/>
                  <a:pt x="379663" y="54177"/>
                  <a:pt x="425116" y="24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Forme libre : forme 163">
            <a:extLst>
              <a:ext uri="{FF2B5EF4-FFF2-40B4-BE49-F238E27FC236}">
                <a16:creationId xmlns:a16="http://schemas.microsoft.com/office/drawing/2014/main" id="{7089171A-BAF7-49C3-B9CA-9EEEE7404017}"/>
              </a:ext>
            </a:extLst>
          </p:cNvPr>
          <p:cNvSpPr/>
          <p:nvPr/>
        </p:nvSpPr>
        <p:spPr>
          <a:xfrm>
            <a:off x="6664848" y="2978420"/>
            <a:ext cx="425116" cy="80606"/>
          </a:xfrm>
          <a:custGeom>
            <a:avLst/>
            <a:gdLst>
              <a:gd name="connsiteX0" fmla="*/ 0 w 425116"/>
              <a:gd name="connsiteY0" fmla="*/ 72224 h 80606"/>
              <a:gd name="connsiteX1" fmla="*/ 104274 w 425116"/>
              <a:gd name="connsiteY1" fmla="*/ 35 h 80606"/>
              <a:gd name="connsiteX2" fmla="*/ 280737 w 425116"/>
              <a:gd name="connsiteY2" fmla="*/ 80245 h 80606"/>
              <a:gd name="connsiteX3" fmla="*/ 425116 w 425116"/>
              <a:gd name="connsiteY3" fmla="*/ 24098 h 80606"/>
            </a:gdLst>
            <a:ahLst/>
            <a:cxnLst>
              <a:cxn ang="0">
                <a:pos x="connsiteX0" y="connsiteY0"/>
              </a:cxn>
              <a:cxn ang="0">
                <a:pos x="connsiteX1" y="connsiteY1"/>
              </a:cxn>
              <a:cxn ang="0">
                <a:pos x="connsiteX2" y="connsiteY2"/>
              </a:cxn>
              <a:cxn ang="0">
                <a:pos x="connsiteX3" y="connsiteY3"/>
              </a:cxn>
            </a:cxnLst>
            <a:rect l="l" t="t" r="r" b="b"/>
            <a:pathLst>
              <a:path w="425116" h="80606">
                <a:moveTo>
                  <a:pt x="0" y="72224"/>
                </a:moveTo>
                <a:cubicBezTo>
                  <a:pt x="28742" y="35461"/>
                  <a:pt x="57485" y="-1302"/>
                  <a:pt x="104274" y="35"/>
                </a:cubicBezTo>
                <a:cubicBezTo>
                  <a:pt x="151063" y="1372"/>
                  <a:pt x="227263" y="76234"/>
                  <a:pt x="280737" y="80245"/>
                </a:cubicBezTo>
                <a:cubicBezTo>
                  <a:pt x="334211" y="84256"/>
                  <a:pt x="379663" y="54177"/>
                  <a:pt x="425116" y="24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058DCBCF-8EA4-4ACA-ADB7-38F517B0A8EB}"/>
              </a:ext>
            </a:extLst>
          </p:cNvPr>
          <p:cNvSpPr/>
          <p:nvPr/>
        </p:nvSpPr>
        <p:spPr>
          <a:xfrm>
            <a:off x="5735053" y="2390274"/>
            <a:ext cx="713873" cy="91515"/>
          </a:xfrm>
          <a:custGeom>
            <a:avLst/>
            <a:gdLst>
              <a:gd name="connsiteX0" fmla="*/ 713873 w 713873"/>
              <a:gd name="connsiteY0" fmla="*/ 64168 h 91515"/>
              <a:gd name="connsiteX1" fmla="*/ 328863 w 713873"/>
              <a:gd name="connsiteY1" fmla="*/ 88231 h 91515"/>
              <a:gd name="connsiteX2" fmla="*/ 0 w 713873"/>
              <a:gd name="connsiteY2" fmla="*/ 0 h 91515"/>
            </a:gdLst>
            <a:ahLst/>
            <a:cxnLst>
              <a:cxn ang="0">
                <a:pos x="connsiteX0" y="connsiteY0"/>
              </a:cxn>
              <a:cxn ang="0">
                <a:pos x="connsiteX1" y="connsiteY1"/>
              </a:cxn>
              <a:cxn ang="0">
                <a:pos x="connsiteX2" y="connsiteY2"/>
              </a:cxn>
            </a:cxnLst>
            <a:rect l="l" t="t" r="r" b="b"/>
            <a:pathLst>
              <a:path w="713873" h="91515">
                <a:moveTo>
                  <a:pt x="713873" y="64168"/>
                </a:moveTo>
                <a:cubicBezTo>
                  <a:pt x="580857" y="81547"/>
                  <a:pt x="447842" y="98926"/>
                  <a:pt x="328863" y="88231"/>
                </a:cubicBezTo>
                <a:cubicBezTo>
                  <a:pt x="209884" y="77536"/>
                  <a:pt x="104942" y="38768"/>
                  <a:pt x="0" y="0"/>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rme libre : forme 9">
            <a:extLst>
              <a:ext uri="{FF2B5EF4-FFF2-40B4-BE49-F238E27FC236}">
                <a16:creationId xmlns:a16="http://schemas.microsoft.com/office/drawing/2014/main" id="{439406E7-5C8C-4FA8-A756-96AF9F15B666}"/>
              </a:ext>
            </a:extLst>
          </p:cNvPr>
          <p:cNvSpPr/>
          <p:nvPr/>
        </p:nvSpPr>
        <p:spPr>
          <a:xfrm>
            <a:off x="5606716" y="2470484"/>
            <a:ext cx="834189" cy="352927"/>
          </a:xfrm>
          <a:custGeom>
            <a:avLst/>
            <a:gdLst>
              <a:gd name="connsiteX0" fmla="*/ 834189 w 834189"/>
              <a:gd name="connsiteY0" fmla="*/ 0 h 352927"/>
              <a:gd name="connsiteX1" fmla="*/ 296779 w 834189"/>
              <a:gd name="connsiteY1" fmla="*/ 216569 h 352927"/>
              <a:gd name="connsiteX2" fmla="*/ 0 w 834189"/>
              <a:gd name="connsiteY2" fmla="*/ 352927 h 352927"/>
            </a:gdLst>
            <a:ahLst/>
            <a:cxnLst>
              <a:cxn ang="0">
                <a:pos x="connsiteX0" y="connsiteY0"/>
              </a:cxn>
              <a:cxn ang="0">
                <a:pos x="connsiteX1" y="connsiteY1"/>
              </a:cxn>
              <a:cxn ang="0">
                <a:pos x="connsiteX2" y="connsiteY2"/>
              </a:cxn>
            </a:cxnLst>
            <a:rect l="l" t="t" r="r" b="b"/>
            <a:pathLst>
              <a:path w="834189" h="352927">
                <a:moveTo>
                  <a:pt x="834189" y="0"/>
                </a:moveTo>
                <a:lnTo>
                  <a:pt x="296779" y="216569"/>
                </a:lnTo>
                <a:cubicBezTo>
                  <a:pt x="157747" y="275390"/>
                  <a:pt x="78873" y="314158"/>
                  <a:pt x="0" y="352927"/>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orme libre : forme 19">
            <a:extLst>
              <a:ext uri="{FF2B5EF4-FFF2-40B4-BE49-F238E27FC236}">
                <a16:creationId xmlns:a16="http://schemas.microsoft.com/office/drawing/2014/main" id="{29CB1FFE-63F2-4614-ADE9-170F15192F62}"/>
              </a:ext>
            </a:extLst>
          </p:cNvPr>
          <p:cNvSpPr/>
          <p:nvPr/>
        </p:nvSpPr>
        <p:spPr>
          <a:xfrm>
            <a:off x="6178290" y="2470484"/>
            <a:ext cx="431057" cy="529390"/>
          </a:xfrm>
          <a:custGeom>
            <a:avLst/>
            <a:gdLst>
              <a:gd name="connsiteX0" fmla="*/ 238552 w 431057"/>
              <a:gd name="connsiteY0" fmla="*/ 0 h 529390"/>
              <a:gd name="connsiteX1" fmla="*/ 38026 w 431057"/>
              <a:gd name="connsiteY1" fmla="*/ 208548 h 529390"/>
              <a:gd name="connsiteX2" fmla="*/ 38026 w 431057"/>
              <a:gd name="connsiteY2" fmla="*/ 376990 h 529390"/>
              <a:gd name="connsiteX3" fmla="*/ 431057 w 431057"/>
              <a:gd name="connsiteY3" fmla="*/ 529390 h 529390"/>
            </a:gdLst>
            <a:ahLst/>
            <a:cxnLst>
              <a:cxn ang="0">
                <a:pos x="connsiteX0" y="connsiteY0"/>
              </a:cxn>
              <a:cxn ang="0">
                <a:pos x="connsiteX1" y="connsiteY1"/>
              </a:cxn>
              <a:cxn ang="0">
                <a:pos x="connsiteX2" y="connsiteY2"/>
              </a:cxn>
              <a:cxn ang="0">
                <a:pos x="connsiteX3" y="connsiteY3"/>
              </a:cxn>
            </a:cxnLst>
            <a:rect l="l" t="t" r="r" b="b"/>
            <a:pathLst>
              <a:path w="431057" h="529390">
                <a:moveTo>
                  <a:pt x="238552" y="0"/>
                </a:moveTo>
                <a:cubicBezTo>
                  <a:pt x="154999" y="72858"/>
                  <a:pt x="71447" y="145716"/>
                  <a:pt x="38026" y="208548"/>
                </a:cubicBezTo>
                <a:cubicBezTo>
                  <a:pt x="4605" y="271380"/>
                  <a:pt x="-27479" y="323516"/>
                  <a:pt x="38026" y="376990"/>
                </a:cubicBezTo>
                <a:cubicBezTo>
                  <a:pt x="103531" y="430464"/>
                  <a:pt x="267294" y="479927"/>
                  <a:pt x="431057" y="529390"/>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 coins arrondis 164">
            <a:extLst>
              <a:ext uri="{FF2B5EF4-FFF2-40B4-BE49-F238E27FC236}">
                <a16:creationId xmlns:a16="http://schemas.microsoft.com/office/drawing/2014/main" id="{F8073FCF-9C78-438E-8C79-3C1CE8EC0623}"/>
              </a:ext>
            </a:extLst>
          </p:cNvPr>
          <p:cNvSpPr/>
          <p:nvPr/>
        </p:nvSpPr>
        <p:spPr>
          <a:xfrm rot="19820747" flipV="1">
            <a:off x="6362255" y="3990422"/>
            <a:ext cx="237414" cy="79461"/>
          </a:xfrm>
          <a:prstGeom prst="roundRect">
            <a:avLst/>
          </a:prstGeom>
          <a:solidFill>
            <a:schemeClr val="accent1">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lèche : courbe vers la gauche 20">
            <a:extLst>
              <a:ext uri="{FF2B5EF4-FFF2-40B4-BE49-F238E27FC236}">
                <a16:creationId xmlns:a16="http://schemas.microsoft.com/office/drawing/2014/main" id="{F5A60C05-C01D-49B0-8CB6-0EDB120E8DFE}"/>
              </a:ext>
            </a:extLst>
          </p:cNvPr>
          <p:cNvSpPr/>
          <p:nvPr/>
        </p:nvSpPr>
        <p:spPr>
          <a:xfrm rot="6171126" flipH="1">
            <a:off x="5732393" y="3755107"/>
            <a:ext cx="266422" cy="519660"/>
          </a:xfrm>
          <a:prstGeom prst="curvedLeftArrow">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8" name="Rectangle 167">
            <a:extLst>
              <a:ext uri="{FF2B5EF4-FFF2-40B4-BE49-F238E27FC236}">
                <a16:creationId xmlns:a16="http://schemas.microsoft.com/office/drawing/2014/main" id="{729A7289-9D52-4BF4-B54F-9DFEA1F5E8F6}"/>
              </a:ext>
            </a:extLst>
          </p:cNvPr>
          <p:cNvSpPr/>
          <p:nvPr/>
        </p:nvSpPr>
        <p:spPr>
          <a:xfrm>
            <a:off x="6148556" y="4123412"/>
            <a:ext cx="101419" cy="197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E492FA95-2285-4843-9DAF-65EA90863E4D}"/>
              </a:ext>
            </a:extLst>
          </p:cNvPr>
          <p:cNvSpPr/>
          <p:nvPr/>
        </p:nvSpPr>
        <p:spPr>
          <a:xfrm>
            <a:off x="6148555" y="4062581"/>
            <a:ext cx="101419" cy="608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ZoneTexte 169">
            <a:extLst>
              <a:ext uri="{FF2B5EF4-FFF2-40B4-BE49-F238E27FC236}">
                <a16:creationId xmlns:a16="http://schemas.microsoft.com/office/drawing/2014/main" id="{CE770E5F-3260-4166-AD50-D09E4CBC5DFD}"/>
              </a:ext>
            </a:extLst>
          </p:cNvPr>
          <p:cNvSpPr txBox="1"/>
          <p:nvPr/>
        </p:nvSpPr>
        <p:spPr>
          <a:xfrm>
            <a:off x="6059643" y="4053055"/>
            <a:ext cx="279244" cy="338554"/>
          </a:xfrm>
          <a:prstGeom prst="rect">
            <a:avLst/>
          </a:prstGeom>
          <a:noFill/>
        </p:spPr>
        <p:txBody>
          <a:bodyPr wrap="none" rtlCol="0">
            <a:spAutoFit/>
          </a:bodyPr>
          <a:lstStyle/>
          <a:p>
            <a:r>
              <a:rPr lang="fr-FR" sz="1600" dirty="0"/>
              <a:t>?</a:t>
            </a:r>
          </a:p>
        </p:txBody>
      </p:sp>
    </p:spTree>
    <p:extLst>
      <p:ext uri="{BB962C8B-B14F-4D97-AF65-F5344CB8AC3E}">
        <p14:creationId xmlns:p14="http://schemas.microsoft.com/office/powerpoint/2010/main" val="208851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2</a:t>
            </a:r>
          </a:p>
        </p:txBody>
      </p:sp>
      <p:pic>
        <p:nvPicPr>
          <p:cNvPr id="3" name="Image 2">
            <a:extLst>
              <a:ext uri="{FF2B5EF4-FFF2-40B4-BE49-F238E27FC236}">
                <a16:creationId xmlns:a16="http://schemas.microsoft.com/office/drawing/2014/main" id="{0FC4E5B1-01C4-4284-9B50-EBFFC9062D7E}"/>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10" name="Graphique 9">
            <a:extLst>
              <a:ext uri="{FF2B5EF4-FFF2-40B4-BE49-F238E27FC236}">
                <a16:creationId xmlns:a16="http://schemas.microsoft.com/office/drawing/2014/main" id="{5E642492-F1FA-4D8E-8166-79B7A0AF67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A455BD2-FC6E-44DD-A95C-F89B5F3D24DF}"/>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6E771A26-0561-4B2F-9AA0-7C7ED7368070}"/>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6CAA6483-DDCD-4706-8E2C-DFA7CF45F763}"/>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06257068-8730-4FAC-B53D-F19423C62871}"/>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415E67A7-8B15-42C5-A18D-D443A124F098}"/>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1BCA5B7C-9260-42F6-9B79-AB391E50E2F6}"/>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104146BA-5A8F-4A44-B399-9E4D69F0A543}"/>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D420902D-7B06-4B88-A4AC-D0E37C82D98D}"/>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A2174C0F-357B-40F6-8DBC-E96F804DD26C}"/>
              </a:ext>
            </a:extLst>
          </p:cNvPr>
          <p:cNvSpPr txBox="1"/>
          <p:nvPr/>
        </p:nvSpPr>
        <p:spPr>
          <a:xfrm>
            <a:off x="230546" y="927669"/>
            <a:ext cx="3549366" cy="2585323"/>
          </a:xfrm>
          <a:prstGeom prst="rect">
            <a:avLst/>
          </a:prstGeom>
          <a:noFill/>
        </p:spPr>
        <p:txBody>
          <a:bodyPr wrap="square" rtlCol="0">
            <a:spAutoFit/>
          </a:bodyPr>
          <a:lstStyle/>
          <a:p>
            <a:r>
              <a:rPr lang="fr-FR" dirty="0">
                <a:solidFill>
                  <a:schemeClr val="bg1"/>
                </a:solidFill>
              </a:rPr>
              <a:t>Etape 1:</a:t>
            </a:r>
          </a:p>
          <a:p>
            <a:pPr marL="285750" indent="-285750">
              <a:buFont typeface="Arial" panose="020B0604020202020204" pitchFamily="34" charset="0"/>
              <a:buChar char="•"/>
            </a:pPr>
            <a:r>
              <a:rPr lang="fr-FR" dirty="0">
                <a:solidFill>
                  <a:schemeClr val="bg1"/>
                </a:solidFill>
              </a:rPr>
              <a:t>Proposition d’affection des véhicules tier-2 aux emplacements cible</a:t>
            </a:r>
          </a:p>
          <a:p>
            <a:pPr marL="285750" indent="-285750">
              <a:buFont typeface="Arial" panose="020B0604020202020204" pitchFamily="34" charset="0"/>
              <a:buChar char="•"/>
            </a:pPr>
            <a:r>
              <a:rPr lang="fr-FR" dirty="0">
                <a:solidFill>
                  <a:schemeClr val="bg1"/>
                </a:solidFill>
              </a:rPr>
              <a:t>Recherche de la première balise</a:t>
            </a:r>
          </a:p>
          <a:p>
            <a:pPr marL="285750" indent="-285750">
              <a:buFont typeface="Arial" panose="020B0604020202020204" pitchFamily="34" charset="0"/>
              <a:buChar char="•"/>
            </a:pPr>
            <a:r>
              <a:rPr lang="fr-FR" dirty="0">
                <a:solidFill>
                  <a:schemeClr val="bg1"/>
                </a:solidFill>
              </a:rPr>
              <a:t>Recalage</a:t>
            </a:r>
          </a:p>
          <a:p>
            <a:pPr marL="285750" indent="-285750">
              <a:buFont typeface="Arial" panose="020B0604020202020204" pitchFamily="34" charset="0"/>
              <a:buChar char="•"/>
            </a:pPr>
            <a:r>
              <a:rPr lang="fr-FR" dirty="0">
                <a:solidFill>
                  <a:schemeClr val="bg1"/>
                </a:solidFill>
              </a:rPr>
              <a:t>Itération (pour chaque balise)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Rectangle 22">
            <a:extLst>
              <a:ext uri="{FF2B5EF4-FFF2-40B4-BE49-F238E27FC236}">
                <a16:creationId xmlns:a16="http://schemas.microsoft.com/office/drawing/2014/main" id="{0C927FAF-9B1B-4FC0-93AD-46AD7E31F9BD}"/>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60B97698-9CCA-478B-8786-C2862085748F}"/>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36A45B43-84DF-461A-8C0F-0F7424744741}"/>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6" name="Triangle isocèle 25">
            <a:extLst>
              <a:ext uri="{FF2B5EF4-FFF2-40B4-BE49-F238E27FC236}">
                <a16:creationId xmlns:a16="http://schemas.microsoft.com/office/drawing/2014/main" id="{D9254DB9-D670-4390-B006-6A44C5A5C106}"/>
              </a:ext>
            </a:extLst>
          </p:cNvPr>
          <p:cNvSpPr/>
          <p:nvPr/>
        </p:nvSpPr>
        <p:spPr>
          <a:xfrm rot="14268662">
            <a:off x="7108068" y="1746519"/>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E8CBF1FF-C36A-4ACB-ACA7-08EAE801A8C6}"/>
              </a:ext>
            </a:extLst>
          </p:cNvPr>
          <p:cNvSpPr/>
          <p:nvPr/>
        </p:nvSpPr>
        <p:spPr>
          <a:xfrm rot="14268662">
            <a:off x="7363092" y="1941768"/>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Triangle isocèle 27">
            <a:extLst>
              <a:ext uri="{FF2B5EF4-FFF2-40B4-BE49-F238E27FC236}">
                <a16:creationId xmlns:a16="http://schemas.microsoft.com/office/drawing/2014/main" id="{3DCE0E5C-CC88-436E-82A9-4862FE5F82FD}"/>
              </a:ext>
            </a:extLst>
          </p:cNvPr>
          <p:cNvSpPr/>
          <p:nvPr/>
        </p:nvSpPr>
        <p:spPr>
          <a:xfrm rot="12768899">
            <a:off x="7665608" y="1746519"/>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C84F4314-1694-410F-8074-2DFCA66D8FF0}"/>
              </a:ext>
            </a:extLst>
          </p:cNvPr>
          <p:cNvSpPr/>
          <p:nvPr/>
        </p:nvSpPr>
        <p:spPr>
          <a:xfrm rot="14268662">
            <a:off x="6911531" y="2131429"/>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1EA633EC-D5E4-4B7B-A5DD-1F5E03D9D8A4}"/>
              </a:ext>
            </a:extLst>
          </p:cNvPr>
          <p:cNvSpPr/>
          <p:nvPr/>
        </p:nvSpPr>
        <p:spPr>
          <a:xfrm rot="14268662">
            <a:off x="7265303" y="1460545"/>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BE3E9D38-9988-420C-B237-DAC160565FEA}"/>
              </a:ext>
            </a:extLst>
          </p:cNvPr>
          <p:cNvSpPr txBox="1"/>
          <p:nvPr/>
        </p:nvSpPr>
        <p:spPr>
          <a:xfrm>
            <a:off x="6954826" y="1976039"/>
            <a:ext cx="195575" cy="253916"/>
          </a:xfrm>
          <a:prstGeom prst="rect">
            <a:avLst/>
          </a:prstGeom>
          <a:noFill/>
        </p:spPr>
        <p:txBody>
          <a:bodyPr wrap="square" rtlCol="0">
            <a:spAutoFit/>
          </a:bodyPr>
          <a:lstStyle/>
          <a:p>
            <a:r>
              <a:rPr lang="fr-FR" sz="1050" dirty="0"/>
              <a:t>a</a:t>
            </a:r>
            <a:endParaRPr lang="fr-FR" dirty="0"/>
          </a:p>
        </p:txBody>
      </p:sp>
      <p:sp>
        <p:nvSpPr>
          <p:cNvPr id="32" name="ZoneTexte 31">
            <a:extLst>
              <a:ext uri="{FF2B5EF4-FFF2-40B4-BE49-F238E27FC236}">
                <a16:creationId xmlns:a16="http://schemas.microsoft.com/office/drawing/2014/main" id="{779EEDB7-EF03-4AF4-A6C3-0C09EA297180}"/>
              </a:ext>
            </a:extLst>
          </p:cNvPr>
          <p:cNvSpPr txBox="1"/>
          <p:nvPr/>
        </p:nvSpPr>
        <p:spPr>
          <a:xfrm>
            <a:off x="4403525" y="3400715"/>
            <a:ext cx="195575" cy="253916"/>
          </a:xfrm>
          <a:prstGeom prst="rect">
            <a:avLst/>
          </a:prstGeom>
          <a:noFill/>
        </p:spPr>
        <p:txBody>
          <a:bodyPr wrap="square" rtlCol="0">
            <a:spAutoFit/>
          </a:bodyPr>
          <a:lstStyle/>
          <a:p>
            <a:r>
              <a:rPr lang="fr-FR" sz="1050" dirty="0"/>
              <a:t>a</a:t>
            </a:r>
            <a:endParaRPr lang="fr-FR" dirty="0"/>
          </a:p>
        </p:txBody>
      </p:sp>
      <p:sp>
        <p:nvSpPr>
          <p:cNvPr id="33" name="ZoneTexte 32">
            <a:extLst>
              <a:ext uri="{FF2B5EF4-FFF2-40B4-BE49-F238E27FC236}">
                <a16:creationId xmlns:a16="http://schemas.microsoft.com/office/drawing/2014/main" id="{07DA6A74-F69B-49EC-86C5-09693893EB6A}"/>
              </a:ext>
            </a:extLst>
          </p:cNvPr>
          <p:cNvSpPr txBox="1"/>
          <p:nvPr/>
        </p:nvSpPr>
        <p:spPr>
          <a:xfrm>
            <a:off x="7366425" y="1947483"/>
            <a:ext cx="195575" cy="253916"/>
          </a:xfrm>
          <a:prstGeom prst="rect">
            <a:avLst/>
          </a:prstGeom>
          <a:noFill/>
        </p:spPr>
        <p:txBody>
          <a:bodyPr wrap="square" rtlCol="0">
            <a:spAutoFit/>
          </a:bodyPr>
          <a:lstStyle/>
          <a:p>
            <a:r>
              <a:rPr lang="fr-FR" sz="1050" dirty="0"/>
              <a:t>d</a:t>
            </a:r>
            <a:endParaRPr lang="fr-FR" dirty="0"/>
          </a:p>
        </p:txBody>
      </p:sp>
      <p:sp>
        <p:nvSpPr>
          <p:cNvPr id="34" name="ZoneTexte 33">
            <a:extLst>
              <a:ext uri="{FF2B5EF4-FFF2-40B4-BE49-F238E27FC236}">
                <a16:creationId xmlns:a16="http://schemas.microsoft.com/office/drawing/2014/main" id="{5655528B-37D5-4850-BF9B-EDBAEAB69D86}"/>
              </a:ext>
            </a:extLst>
          </p:cNvPr>
          <p:cNvSpPr txBox="1"/>
          <p:nvPr/>
        </p:nvSpPr>
        <p:spPr>
          <a:xfrm>
            <a:off x="7031318" y="1587198"/>
            <a:ext cx="195575" cy="253916"/>
          </a:xfrm>
          <a:prstGeom prst="rect">
            <a:avLst/>
          </a:prstGeom>
          <a:noFill/>
        </p:spPr>
        <p:txBody>
          <a:bodyPr wrap="square" rtlCol="0">
            <a:spAutoFit/>
          </a:bodyPr>
          <a:lstStyle/>
          <a:p>
            <a:r>
              <a:rPr lang="fr-FR" sz="1050" dirty="0"/>
              <a:t>b</a:t>
            </a:r>
            <a:endParaRPr lang="fr-FR" dirty="0"/>
          </a:p>
        </p:txBody>
      </p:sp>
      <p:sp>
        <p:nvSpPr>
          <p:cNvPr id="35" name="ZoneTexte 34">
            <a:extLst>
              <a:ext uri="{FF2B5EF4-FFF2-40B4-BE49-F238E27FC236}">
                <a16:creationId xmlns:a16="http://schemas.microsoft.com/office/drawing/2014/main" id="{725F40E8-E41B-45DA-A71E-D04F509BC6A7}"/>
              </a:ext>
            </a:extLst>
          </p:cNvPr>
          <p:cNvSpPr txBox="1"/>
          <p:nvPr/>
        </p:nvSpPr>
        <p:spPr>
          <a:xfrm>
            <a:off x="7295907" y="1313594"/>
            <a:ext cx="195575" cy="253916"/>
          </a:xfrm>
          <a:prstGeom prst="rect">
            <a:avLst/>
          </a:prstGeom>
          <a:noFill/>
        </p:spPr>
        <p:txBody>
          <a:bodyPr wrap="square" rtlCol="0">
            <a:spAutoFit/>
          </a:bodyPr>
          <a:lstStyle/>
          <a:p>
            <a:r>
              <a:rPr lang="fr-FR" sz="1050" dirty="0"/>
              <a:t>c</a:t>
            </a:r>
            <a:endParaRPr lang="fr-FR" dirty="0"/>
          </a:p>
        </p:txBody>
      </p:sp>
      <p:sp>
        <p:nvSpPr>
          <p:cNvPr id="36" name="ZoneTexte 35">
            <a:extLst>
              <a:ext uri="{FF2B5EF4-FFF2-40B4-BE49-F238E27FC236}">
                <a16:creationId xmlns:a16="http://schemas.microsoft.com/office/drawing/2014/main" id="{22235CED-7215-45F8-B006-4D64C835F815}"/>
              </a:ext>
            </a:extLst>
          </p:cNvPr>
          <p:cNvSpPr txBox="1"/>
          <p:nvPr/>
        </p:nvSpPr>
        <p:spPr>
          <a:xfrm>
            <a:off x="7670278" y="1556668"/>
            <a:ext cx="195575" cy="253916"/>
          </a:xfrm>
          <a:prstGeom prst="rect">
            <a:avLst/>
          </a:prstGeom>
          <a:noFill/>
        </p:spPr>
        <p:txBody>
          <a:bodyPr wrap="square" rtlCol="0">
            <a:spAutoFit/>
          </a:bodyPr>
          <a:lstStyle/>
          <a:p>
            <a:r>
              <a:rPr lang="fr-FR" sz="1050" dirty="0"/>
              <a:t>e</a:t>
            </a:r>
            <a:endParaRPr lang="fr-FR" dirty="0"/>
          </a:p>
        </p:txBody>
      </p:sp>
      <p:sp>
        <p:nvSpPr>
          <p:cNvPr id="37" name="ZoneTexte 36">
            <a:extLst>
              <a:ext uri="{FF2B5EF4-FFF2-40B4-BE49-F238E27FC236}">
                <a16:creationId xmlns:a16="http://schemas.microsoft.com/office/drawing/2014/main" id="{34AD6167-033D-4720-AD3F-D1DCDC071D6E}"/>
              </a:ext>
            </a:extLst>
          </p:cNvPr>
          <p:cNvSpPr txBox="1"/>
          <p:nvPr/>
        </p:nvSpPr>
        <p:spPr>
          <a:xfrm>
            <a:off x="4484959" y="3181930"/>
            <a:ext cx="195575" cy="253916"/>
          </a:xfrm>
          <a:prstGeom prst="rect">
            <a:avLst/>
          </a:prstGeom>
          <a:noFill/>
        </p:spPr>
        <p:txBody>
          <a:bodyPr wrap="square" rtlCol="0">
            <a:spAutoFit/>
          </a:bodyPr>
          <a:lstStyle/>
          <a:p>
            <a:r>
              <a:rPr lang="fr-FR" sz="1050" dirty="0"/>
              <a:t>b</a:t>
            </a:r>
            <a:endParaRPr lang="fr-FR" dirty="0"/>
          </a:p>
        </p:txBody>
      </p:sp>
      <p:sp>
        <p:nvSpPr>
          <p:cNvPr id="38" name="ZoneTexte 37">
            <a:extLst>
              <a:ext uri="{FF2B5EF4-FFF2-40B4-BE49-F238E27FC236}">
                <a16:creationId xmlns:a16="http://schemas.microsoft.com/office/drawing/2014/main" id="{A7134FB4-6564-46E0-B208-4EDDE761EEAB}"/>
              </a:ext>
            </a:extLst>
          </p:cNvPr>
          <p:cNvSpPr txBox="1"/>
          <p:nvPr/>
        </p:nvSpPr>
        <p:spPr>
          <a:xfrm>
            <a:off x="4740771" y="3242681"/>
            <a:ext cx="195575" cy="253916"/>
          </a:xfrm>
          <a:prstGeom prst="rect">
            <a:avLst/>
          </a:prstGeom>
          <a:noFill/>
        </p:spPr>
        <p:txBody>
          <a:bodyPr wrap="square" rtlCol="0">
            <a:spAutoFit/>
          </a:bodyPr>
          <a:lstStyle/>
          <a:p>
            <a:r>
              <a:rPr lang="fr-FR" sz="1050" dirty="0"/>
              <a:t>e</a:t>
            </a:r>
            <a:endParaRPr lang="fr-FR" dirty="0"/>
          </a:p>
        </p:txBody>
      </p:sp>
      <p:sp>
        <p:nvSpPr>
          <p:cNvPr id="39" name="ZoneTexte 38">
            <a:extLst>
              <a:ext uri="{FF2B5EF4-FFF2-40B4-BE49-F238E27FC236}">
                <a16:creationId xmlns:a16="http://schemas.microsoft.com/office/drawing/2014/main" id="{A918B12F-EE8C-4959-A6B8-814B07FBED5B}"/>
              </a:ext>
            </a:extLst>
          </p:cNvPr>
          <p:cNvSpPr txBox="1"/>
          <p:nvPr/>
        </p:nvSpPr>
        <p:spPr>
          <a:xfrm>
            <a:off x="4285853" y="3051785"/>
            <a:ext cx="195575" cy="253916"/>
          </a:xfrm>
          <a:prstGeom prst="rect">
            <a:avLst/>
          </a:prstGeom>
          <a:noFill/>
        </p:spPr>
        <p:txBody>
          <a:bodyPr wrap="square" rtlCol="0">
            <a:spAutoFit/>
          </a:bodyPr>
          <a:lstStyle/>
          <a:p>
            <a:r>
              <a:rPr lang="fr-FR" sz="1050" dirty="0"/>
              <a:t>c</a:t>
            </a:r>
            <a:endParaRPr lang="fr-FR" dirty="0"/>
          </a:p>
        </p:txBody>
      </p:sp>
      <p:sp>
        <p:nvSpPr>
          <p:cNvPr id="40" name="ZoneTexte 39">
            <a:extLst>
              <a:ext uri="{FF2B5EF4-FFF2-40B4-BE49-F238E27FC236}">
                <a16:creationId xmlns:a16="http://schemas.microsoft.com/office/drawing/2014/main" id="{7A660FE9-0070-4D54-AC04-E1493BBC3062}"/>
              </a:ext>
            </a:extLst>
          </p:cNvPr>
          <p:cNvSpPr txBox="1"/>
          <p:nvPr/>
        </p:nvSpPr>
        <p:spPr>
          <a:xfrm>
            <a:off x="4545196" y="2910956"/>
            <a:ext cx="195575" cy="253916"/>
          </a:xfrm>
          <a:prstGeom prst="rect">
            <a:avLst/>
          </a:prstGeom>
          <a:noFill/>
        </p:spPr>
        <p:txBody>
          <a:bodyPr wrap="square" rtlCol="0">
            <a:spAutoFit/>
          </a:bodyPr>
          <a:lstStyle/>
          <a:p>
            <a:r>
              <a:rPr lang="fr-FR" sz="1050" dirty="0"/>
              <a:t>d</a:t>
            </a:r>
            <a:endParaRPr lang="fr-FR" dirty="0"/>
          </a:p>
        </p:txBody>
      </p:sp>
      <p:sp>
        <p:nvSpPr>
          <p:cNvPr id="2" name="Forme libre : forme 1">
            <a:extLst>
              <a:ext uri="{FF2B5EF4-FFF2-40B4-BE49-F238E27FC236}">
                <a16:creationId xmlns:a16="http://schemas.microsoft.com/office/drawing/2014/main" id="{6C8B7665-D90F-4576-8282-4668BCD0E9B5}"/>
              </a:ext>
            </a:extLst>
          </p:cNvPr>
          <p:cNvSpPr/>
          <p:nvPr/>
        </p:nvSpPr>
        <p:spPr>
          <a:xfrm>
            <a:off x="4740771" y="2310063"/>
            <a:ext cx="2028997" cy="1013310"/>
          </a:xfrm>
          <a:custGeom>
            <a:avLst/>
            <a:gdLst>
              <a:gd name="connsiteX0" fmla="*/ 1981200 w 1981200"/>
              <a:gd name="connsiteY0" fmla="*/ 0 h 1013310"/>
              <a:gd name="connsiteX1" fmla="*/ 1588169 w 1981200"/>
              <a:gd name="connsiteY1" fmla="*/ 320842 h 1013310"/>
              <a:gd name="connsiteX2" fmla="*/ 826169 w 1981200"/>
              <a:gd name="connsiteY2" fmla="*/ 826169 h 1013310"/>
              <a:gd name="connsiteX3" fmla="*/ 457200 w 1981200"/>
              <a:gd name="connsiteY3" fmla="*/ 1002632 h 1013310"/>
              <a:gd name="connsiteX4" fmla="*/ 0 w 1981200"/>
              <a:gd name="connsiteY4" fmla="*/ 978569 h 1013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00" h="1013310">
                <a:moveTo>
                  <a:pt x="1981200" y="0"/>
                </a:moveTo>
                <a:cubicBezTo>
                  <a:pt x="1880937" y="91573"/>
                  <a:pt x="1780674" y="183147"/>
                  <a:pt x="1588169" y="320842"/>
                </a:cubicBezTo>
                <a:cubicBezTo>
                  <a:pt x="1395664" y="458537"/>
                  <a:pt x="1014664" y="712537"/>
                  <a:pt x="826169" y="826169"/>
                </a:cubicBezTo>
                <a:cubicBezTo>
                  <a:pt x="637674" y="939801"/>
                  <a:pt x="594895" y="977232"/>
                  <a:pt x="457200" y="1002632"/>
                </a:cubicBezTo>
                <a:cubicBezTo>
                  <a:pt x="319505" y="1028032"/>
                  <a:pt x="159752" y="1003300"/>
                  <a:pt x="0" y="978569"/>
                </a:cubicBezTo>
              </a:path>
            </a:pathLst>
          </a:custGeom>
          <a:noFill/>
          <a:ln>
            <a:solidFill>
              <a:schemeClr val="tx2">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llipse 41">
            <a:extLst>
              <a:ext uri="{FF2B5EF4-FFF2-40B4-BE49-F238E27FC236}">
                <a16:creationId xmlns:a16="http://schemas.microsoft.com/office/drawing/2014/main" id="{34356246-D54C-410B-B034-82213B0F0F4B}"/>
              </a:ext>
            </a:extLst>
          </p:cNvPr>
          <p:cNvSpPr/>
          <p:nvPr/>
        </p:nvSpPr>
        <p:spPr>
          <a:xfrm>
            <a:off x="6708483" y="2299180"/>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3" name="Connecteur droit 42">
            <a:extLst>
              <a:ext uri="{FF2B5EF4-FFF2-40B4-BE49-F238E27FC236}">
                <a16:creationId xmlns:a16="http://schemas.microsoft.com/office/drawing/2014/main" id="{74E27C04-01EE-4F62-A44A-1E668F62B073}"/>
              </a:ext>
            </a:extLst>
          </p:cNvPr>
          <p:cNvCxnSpPr>
            <a:cxnSpLocks/>
          </p:cNvCxnSpPr>
          <p:nvPr/>
        </p:nvCxnSpPr>
        <p:spPr>
          <a:xfrm>
            <a:off x="6746583" y="2152394"/>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4" name="Triangle isocèle 43">
            <a:extLst>
              <a:ext uri="{FF2B5EF4-FFF2-40B4-BE49-F238E27FC236}">
                <a16:creationId xmlns:a16="http://schemas.microsoft.com/office/drawing/2014/main" id="{F32C6531-44BC-4BBA-AE72-67E0E82E5F36}"/>
              </a:ext>
            </a:extLst>
          </p:cNvPr>
          <p:cNvSpPr/>
          <p:nvPr/>
        </p:nvSpPr>
        <p:spPr>
          <a:xfrm rot="5400000">
            <a:off x="6743682" y="2148003"/>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5" name="Ellipse 44">
            <a:extLst>
              <a:ext uri="{FF2B5EF4-FFF2-40B4-BE49-F238E27FC236}">
                <a16:creationId xmlns:a16="http://schemas.microsoft.com/office/drawing/2014/main" id="{A247D8CB-100D-414D-98C6-5CE432A6B109}"/>
              </a:ext>
            </a:extLst>
          </p:cNvPr>
          <p:cNvSpPr/>
          <p:nvPr/>
        </p:nvSpPr>
        <p:spPr>
          <a:xfrm>
            <a:off x="6300192" y="2605668"/>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6" name="Connecteur droit 45">
            <a:extLst>
              <a:ext uri="{FF2B5EF4-FFF2-40B4-BE49-F238E27FC236}">
                <a16:creationId xmlns:a16="http://schemas.microsoft.com/office/drawing/2014/main" id="{7D3240D7-988E-45D7-BBA8-AD66C19F8FCE}"/>
              </a:ext>
            </a:extLst>
          </p:cNvPr>
          <p:cNvCxnSpPr>
            <a:cxnSpLocks/>
          </p:cNvCxnSpPr>
          <p:nvPr/>
        </p:nvCxnSpPr>
        <p:spPr>
          <a:xfrm>
            <a:off x="6338292" y="245888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7" name="Triangle isocèle 46">
            <a:extLst>
              <a:ext uri="{FF2B5EF4-FFF2-40B4-BE49-F238E27FC236}">
                <a16:creationId xmlns:a16="http://schemas.microsoft.com/office/drawing/2014/main" id="{8A751A4A-7A57-4949-B159-FE994B23E96D}"/>
              </a:ext>
            </a:extLst>
          </p:cNvPr>
          <p:cNvSpPr/>
          <p:nvPr/>
        </p:nvSpPr>
        <p:spPr>
          <a:xfrm rot="5400000">
            <a:off x="6335391" y="2454491"/>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8" name="Ellipse 47">
            <a:extLst>
              <a:ext uri="{FF2B5EF4-FFF2-40B4-BE49-F238E27FC236}">
                <a16:creationId xmlns:a16="http://schemas.microsoft.com/office/drawing/2014/main" id="{4AC5668A-B6A0-4806-96FF-638CEECD94D9}"/>
              </a:ext>
            </a:extLst>
          </p:cNvPr>
          <p:cNvSpPr/>
          <p:nvPr/>
        </p:nvSpPr>
        <p:spPr>
          <a:xfrm>
            <a:off x="5857679" y="2881962"/>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9" name="Connecteur droit 48">
            <a:extLst>
              <a:ext uri="{FF2B5EF4-FFF2-40B4-BE49-F238E27FC236}">
                <a16:creationId xmlns:a16="http://schemas.microsoft.com/office/drawing/2014/main" id="{2DB30C69-D710-4794-B87D-AB2323BB9018}"/>
              </a:ext>
            </a:extLst>
          </p:cNvPr>
          <p:cNvCxnSpPr>
            <a:cxnSpLocks/>
          </p:cNvCxnSpPr>
          <p:nvPr/>
        </p:nvCxnSpPr>
        <p:spPr>
          <a:xfrm>
            <a:off x="5895779" y="2735176"/>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50" name="Triangle isocèle 49">
            <a:extLst>
              <a:ext uri="{FF2B5EF4-FFF2-40B4-BE49-F238E27FC236}">
                <a16:creationId xmlns:a16="http://schemas.microsoft.com/office/drawing/2014/main" id="{58B737D2-95A6-4081-8D4B-0109BEB9D977}"/>
              </a:ext>
            </a:extLst>
          </p:cNvPr>
          <p:cNvSpPr/>
          <p:nvPr/>
        </p:nvSpPr>
        <p:spPr>
          <a:xfrm rot="5400000">
            <a:off x="5892878" y="2730785"/>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1" name="Ellipse 50">
            <a:extLst>
              <a:ext uri="{FF2B5EF4-FFF2-40B4-BE49-F238E27FC236}">
                <a16:creationId xmlns:a16="http://schemas.microsoft.com/office/drawing/2014/main" id="{CFD59104-FC03-4C85-BA7D-C5C7A485655C}"/>
              </a:ext>
            </a:extLst>
          </p:cNvPr>
          <p:cNvSpPr/>
          <p:nvPr/>
        </p:nvSpPr>
        <p:spPr>
          <a:xfrm>
            <a:off x="5055205" y="324020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2" name="Connecteur droit 51">
            <a:extLst>
              <a:ext uri="{FF2B5EF4-FFF2-40B4-BE49-F238E27FC236}">
                <a16:creationId xmlns:a16="http://schemas.microsoft.com/office/drawing/2014/main" id="{7DB40FD2-1BF1-4DB5-8A60-E8AC5AF467D4}"/>
              </a:ext>
            </a:extLst>
          </p:cNvPr>
          <p:cNvCxnSpPr/>
          <p:nvPr/>
        </p:nvCxnSpPr>
        <p:spPr>
          <a:xfrm>
            <a:off x="4998055" y="331491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53" name="Ellipse 52">
            <a:extLst>
              <a:ext uri="{FF2B5EF4-FFF2-40B4-BE49-F238E27FC236}">
                <a16:creationId xmlns:a16="http://schemas.microsoft.com/office/drawing/2014/main" id="{D19BC6D6-1333-470D-969A-C932D1B3A7B2}"/>
              </a:ext>
            </a:extLst>
          </p:cNvPr>
          <p:cNvSpPr/>
          <p:nvPr/>
        </p:nvSpPr>
        <p:spPr>
          <a:xfrm>
            <a:off x="5423119" y="314313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4" name="Connecteur droit 53">
            <a:extLst>
              <a:ext uri="{FF2B5EF4-FFF2-40B4-BE49-F238E27FC236}">
                <a16:creationId xmlns:a16="http://schemas.microsoft.com/office/drawing/2014/main" id="{1914ADF1-188B-4E69-BEA6-676608C2CB63}"/>
              </a:ext>
            </a:extLst>
          </p:cNvPr>
          <p:cNvCxnSpPr/>
          <p:nvPr/>
        </p:nvCxnSpPr>
        <p:spPr>
          <a:xfrm>
            <a:off x="5365969" y="3217849"/>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41" name="Flèche : bas 40">
            <a:extLst>
              <a:ext uri="{FF2B5EF4-FFF2-40B4-BE49-F238E27FC236}">
                <a16:creationId xmlns:a16="http://schemas.microsoft.com/office/drawing/2014/main" id="{827972B6-78D3-49D0-AF14-0F8778250C45}"/>
              </a:ext>
            </a:extLst>
          </p:cNvPr>
          <p:cNvSpPr/>
          <p:nvPr/>
        </p:nvSpPr>
        <p:spPr>
          <a:xfrm rot="3203876">
            <a:off x="6424848" y="2198677"/>
            <a:ext cx="166399" cy="2626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8" name="Flèche : bas 57">
            <a:extLst>
              <a:ext uri="{FF2B5EF4-FFF2-40B4-BE49-F238E27FC236}">
                <a16:creationId xmlns:a16="http://schemas.microsoft.com/office/drawing/2014/main" id="{3CFADD1A-5CFD-4D71-AF1C-4F9CD03B00BD}"/>
              </a:ext>
            </a:extLst>
          </p:cNvPr>
          <p:cNvSpPr/>
          <p:nvPr/>
        </p:nvSpPr>
        <p:spPr>
          <a:xfrm rot="3203876">
            <a:off x="6015696" y="2474971"/>
            <a:ext cx="166399" cy="2626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9" name="Flèche : bas 58">
            <a:extLst>
              <a:ext uri="{FF2B5EF4-FFF2-40B4-BE49-F238E27FC236}">
                <a16:creationId xmlns:a16="http://schemas.microsoft.com/office/drawing/2014/main" id="{81C6AE73-B89D-4573-92B0-3CA3717CED1F}"/>
              </a:ext>
            </a:extLst>
          </p:cNvPr>
          <p:cNvSpPr/>
          <p:nvPr/>
        </p:nvSpPr>
        <p:spPr>
          <a:xfrm rot="3203876">
            <a:off x="5542652" y="2787986"/>
            <a:ext cx="166399" cy="2626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0" name="Flèche : bas 59">
            <a:extLst>
              <a:ext uri="{FF2B5EF4-FFF2-40B4-BE49-F238E27FC236}">
                <a16:creationId xmlns:a16="http://schemas.microsoft.com/office/drawing/2014/main" id="{6D2B1443-00CF-4468-AFE8-354F9B36BCA3}"/>
              </a:ext>
            </a:extLst>
          </p:cNvPr>
          <p:cNvSpPr/>
          <p:nvPr/>
        </p:nvSpPr>
        <p:spPr>
          <a:xfrm rot="4136332">
            <a:off x="5149463" y="2998604"/>
            <a:ext cx="166399" cy="2626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755734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247457" cy="369332"/>
          </a:xfrm>
          <a:prstGeom prst="rect">
            <a:avLst/>
          </a:prstGeom>
          <a:noFill/>
        </p:spPr>
        <p:txBody>
          <a:bodyPr wrap="none" rtlCol="0">
            <a:spAutoFit/>
          </a:bodyPr>
          <a:lstStyle/>
          <a:p>
            <a:r>
              <a:rPr lang="fr-FR" dirty="0">
                <a:solidFill>
                  <a:schemeClr val="bg1"/>
                </a:solidFill>
              </a:rPr>
              <a:t>USE CASE 2</a:t>
            </a:r>
          </a:p>
        </p:txBody>
      </p:sp>
      <p:pic>
        <p:nvPicPr>
          <p:cNvPr id="3" name="Image 2">
            <a:extLst>
              <a:ext uri="{FF2B5EF4-FFF2-40B4-BE49-F238E27FC236}">
                <a16:creationId xmlns:a16="http://schemas.microsoft.com/office/drawing/2014/main" id="{0FC4E5B1-01C4-4284-9B50-EBFFC9062D7E}"/>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10" name="Graphique 9">
            <a:extLst>
              <a:ext uri="{FF2B5EF4-FFF2-40B4-BE49-F238E27FC236}">
                <a16:creationId xmlns:a16="http://schemas.microsoft.com/office/drawing/2014/main" id="{5E642492-F1FA-4D8E-8166-79B7A0AF67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11" name="Rectangle 10">
            <a:extLst>
              <a:ext uri="{FF2B5EF4-FFF2-40B4-BE49-F238E27FC236}">
                <a16:creationId xmlns:a16="http://schemas.microsoft.com/office/drawing/2014/main" id="{3A455BD2-FC6E-44DD-A95C-F89B5F3D24DF}"/>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2" name="Ellipse 11">
            <a:extLst>
              <a:ext uri="{FF2B5EF4-FFF2-40B4-BE49-F238E27FC236}">
                <a16:creationId xmlns:a16="http://schemas.microsoft.com/office/drawing/2014/main" id="{6E771A26-0561-4B2F-9AA0-7C7ED7368070}"/>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6CAA6483-DDCD-4706-8E2C-DFA7CF45F763}"/>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06257068-8730-4FAC-B53D-F19423C62871}"/>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415E67A7-8B15-42C5-A18D-D443A124F098}"/>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1BCA5B7C-9260-42F6-9B79-AB391E50E2F6}"/>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 forme 16">
            <a:extLst>
              <a:ext uri="{FF2B5EF4-FFF2-40B4-BE49-F238E27FC236}">
                <a16:creationId xmlns:a16="http://schemas.microsoft.com/office/drawing/2014/main" id="{104146BA-5A8F-4A44-B399-9E4D69F0A543}"/>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 forme 17">
            <a:extLst>
              <a:ext uri="{FF2B5EF4-FFF2-40B4-BE49-F238E27FC236}">
                <a16:creationId xmlns:a16="http://schemas.microsoft.com/office/drawing/2014/main" id="{D420902D-7B06-4B88-A4AC-D0E37C82D98D}"/>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A2174C0F-357B-40F6-8DBC-E96F804DD26C}"/>
              </a:ext>
            </a:extLst>
          </p:cNvPr>
          <p:cNvSpPr txBox="1"/>
          <p:nvPr/>
        </p:nvSpPr>
        <p:spPr>
          <a:xfrm>
            <a:off x="230546" y="927669"/>
            <a:ext cx="3549366" cy="2031325"/>
          </a:xfrm>
          <a:prstGeom prst="rect">
            <a:avLst/>
          </a:prstGeom>
          <a:noFill/>
        </p:spPr>
        <p:txBody>
          <a:bodyPr wrap="square" rtlCol="0">
            <a:spAutoFit/>
          </a:bodyPr>
          <a:lstStyle/>
          <a:p>
            <a:r>
              <a:rPr lang="fr-FR" dirty="0">
                <a:solidFill>
                  <a:schemeClr val="bg1"/>
                </a:solidFill>
              </a:rPr>
              <a:t>Etape 2:</a:t>
            </a:r>
          </a:p>
          <a:p>
            <a:pPr marL="285750" indent="-285750">
              <a:buFont typeface="Arial" panose="020B0604020202020204" pitchFamily="34" charset="0"/>
              <a:buChar char="•"/>
            </a:pPr>
            <a:r>
              <a:rPr lang="fr-FR" dirty="0">
                <a:solidFill>
                  <a:schemeClr val="bg1"/>
                </a:solidFill>
              </a:rPr>
              <a:t>Phase de localisation fine par les UUV tier-2</a:t>
            </a:r>
          </a:p>
          <a:p>
            <a:pPr marL="285750" indent="-285750">
              <a:buFont typeface="Arial" panose="020B0604020202020204" pitchFamily="34" charset="0"/>
              <a:buChar char="•"/>
            </a:pPr>
            <a:r>
              <a:rPr lang="fr-FR" dirty="0">
                <a:solidFill>
                  <a:schemeClr val="bg1"/>
                </a:solidFill>
              </a:rPr>
              <a:t>Atterrissage des véhicules tier-2 (de manière indépendante)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3" name="Rectangle 22">
            <a:extLst>
              <a:ext uri="{FF2B5EF4-FFF2-40B4-BE49-F238E27FC236}">
                <a16:creationId xmlns:a16="http://schemas.microsoft.com/office/drawing/2014/main" id="{0C927FAF-9B1B-4FC0-93AD-46AD7E31F9BD}"/>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4" name="Ellipse 23">
            <a:extLst>
              <a:ext uri="{FF2B5EF4-FFF2-40B4-BE49-F238E27FC236}">
                <a16:creationId xmlns:a16="http://schemas.microsoft.com/office/drawing/2014/main" id="{60B97698-9CCA-478B-8786-C2862085748F}"/>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36A45B43-84DF-461A-8C0F-0F7424744741}"/>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0" name="Rectangle 19">
            <a:extLst>
              <a:ext uri="{FF2B5EF4-FFF2-40B4-BE49-F238E27FC236}">
                <a16:creationId xmlns:a16="http://schemas.microsoft.com/office/drawing/2014/main" id="{F79F676D-873E-43CD-B326-B61B22580115}"/>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1" name="Ellipse 20">
            <a:extLst>
              <a:ext uri="{FF2B5EF4-FFF2-40B4-BE49-F238E27FC236}">
                <a16:creationId xmlns:a16="http://schemas.microsoft.com/office/drawing/2014/main" id="{77EEE2EA-7ECE-46C1-A1EB-28B8AF1E3EEA}"/>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EAFFC10-FF03-4E8D-8F9A-F1B455E599C1}"/>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906B60A5-6E8C-4E77-A99B-F767C21E5A45}"/>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4ABC1CB2-C50B-461A-826A-8E71800BE9EE}"/>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FA29162A-599E-4B1A-BA2F-149D5954EC71}"/>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Forme libre : forme 28">
            <a:extLst>
              <a:ext uri="{FF2B5EF4-FFF2-40B4-BE49-F238E27FC236}">
                <a16:creationId xmlns:a16="http://schemas.microsoft.com/office/drawing/2014/main" id="{867524C1-D250-4F7A-931B-662106A77DB1}"/>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orme libre : forme 29">
            <a:extLst>
              <a:ext uri="{FF2B5EF4-FFF2-40B4-BE49-F238E27FC236}">
                <a16:creationId xmlns:a16="http://schemas.microsoft.com/office/drawing/2014/main" id="{144D634E-DCF5-4774-BE1C-3E29CC5BCA83}"/>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A8E3328E-4CA4-4069-BE03-C14FFBCE24D5}"/>
              </a:ext>
            </a:extLst>
          </p:cNvPr>
          <p:cNvSpPr/>
          <p:nvPr/>
        </p:nvSpPr>
        <p:spPr>
          <a:xfrm rot="3827685">
            <a:off x="4475062" y="3022122"/>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2" name="Ellipse 31">
            <a:extLst>
              <a:ext uri="{FF2B5EF4-FFF2-40B4-BE49-F238E27FC236}">
                <a16:creationId xmlns:a16="http://schemas.microsoft.com/office/drawing/2014/main" id="{27BFB05B-960E-402F-8700-573AB3E53216}"/>
              </a:ext>
            </a:extLst>
          </p:cNvPr>
          <p:cNvSpPr/>
          <p:nvPr/>
        </p:nvSpPr>
        <p:spPr>
          <a:xfrm>
            <a:off x="4669233" y="320723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E087C8F3-59EF-4ADE-9CD2-F78F40E8072A}"/>
              </a:ext>
            </a:extLst>
          </p:cNvPr>
          <p:cNvSpPr/>
          <p:nvPr/>
        </p:nvSpPr>
        <p:spPr>
          <a:xfrm>
            <a:off x="4788292" y="3567279"/>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3622110D-27FF-40B4-B48E-4494A16AFE3A}"/>
              </a:ext>
            </a:extLst>
          </p:cNvPr>
          <p:cNvSpPr/>
          <p:nvPr/>
        </p:nvSpPr>
        <p:spPr>
          <a:xfrm>
            <a:off x="4864969" y="3358050"/>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A7BF8D6C-F85E-4FA1-A1C6-98907D5A3683}"/>
              </a:ext>
            </a:extLst>
          </p:cNvPr>
          <p:cNvSpPr/>
          <p:nvPr/>
        </p:nvSpPr>
        <p:spPr>
          <a:xfrm>
            <a:off x="4813248" y="306322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8F2CE81C-4EA7-49E9-8294-46298747F208}"/>
              </a:ext>
            </a:extLst>
          </p:cNvPr>
          <p:cNvSpPr/>
          <p:nvPr/>
        </p:nvSpPr>
        <p:spPr>
          <a:xfrm>
            <a:off x="5101281" y="342326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Forme libre : forme 36">
            <a:extLst>
              <a:ext uri="{FF2B5EF4-FFF2-40B4-BE49-F238E27FC236}">
                <a16:creationId xmlns:a16="http://schemas.microsoft.com/office/drawing/2014/main" id="{2040C1EB-DB37-41A8-8220-9FB2D20CF7E7}"/>
              </a:ext>
            </a:extLst>
          </p:cNvPr>
          <p:cNvSpPr/>
          <p:nvPr/>
        </p:nvSpPr>
        <p:spPr>
          <a:xfrm>
            <a:off x="5280919" y="2667796"/>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orme libre : forme 37">
            <a:extLst>
              <a:ext uri="{FF2B5EF4-FFF2-40B4-BE49-F238E27FC236}">
                <a16:creationId xmlns:a16="http://schemas.microsoft.com/office/drawing/2014/main" id="{35AFEC58-20FB-43B6-B2DC-41B871F89487}"/>
              </a:ext>
            </a:extLst>
          </p:cNvPr>
          <p:cNvSpPr/>
          <p:nvPr/>
        </p:nvSpPr>
        <p:spPr>
          <a:xfrm>
            <a:off x="5699728" y="3282049"/>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9" name="Image 38">
            <a:extLst>
              <a:ext uri="{FF2B5EF4-FFF2-40B4-BE49-F238E27FC236}">
                <a16:creationId xmlns:a16="http://schemas.microsoft.com/office/drawing/2014/main" id="{4723FC68-5E9D-45E4-87F4-14F439A3A835}"/>
              </a:ext>
            </a:extLst>
          </p:cNvPr>
          <p:cNvPicPr>
            <a:picLocks noChangeAspect="1"/>
          </p:cNvPicPr>
          <p:nvPr/>
        </p:nvPicPr>
        <p:blipFill>
          <a:blip r:embed="rId6"/>
          <a:stretch>
            <a:fillRect/>
          </a:stretch>
        </p:blipFill>
        <p:spPr>
          <a:xfrm>
            <a:off x="3712730" y="1373852"/>
            <a:ext cx="2635385" cy="3206915"/>
          </a:xfrm>
          <a:prstGeom prst="rect">
            <a:avLst/>
          </a:prstGeom>
          <a:ln w="28575">
            <a:solidFill>
              <a:schemeClr val="tx1"/>
            </a:solidFill>
          </a:ln>
        </p:spPr>
      </p:pic>
      <p:sp>
        <p:nvSpPr>
          <p:cNvPr id="40" name="Ellipse 39">
            <a:extLst>
              <a:ext uri="{FF2B5EF4-FFF2-40B4-BE49-F238E27FC236}">
                <a16:creationId xmlns:a16="http://schemas.microsoft.com/office/drawing/2014/main" id="{75179033-F0A1-4894-AF9C-1E8C0D8A4047}"/>
              </a:ext>
            </a:extLst>
          </p:cNvPr>
          <p:cNvSpPr/>
          <p:nvPr/>
        </p:nvSpPr>
        <p:spPr>
          <a:xfrm>
            <a:off x="3810683" y="1463359"/>
            <a:ext cx="254386" cy="288032"/>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 coins arrondis 40">
            <a:extLst>
              <a:ext uri="{FF2B5EF4-FFF2-40B4-BE49-F238E27FC236}">
                <a16:creationId xmlns:a16="http://schemas.microsoft.com/office/drawing/2014/main" id="{41A23857-591C-46C7-B92D-390A6E906BD0}"/>
              </a:ext>
            </a:extLst>
          </p:cNvPr>
          <p:cNvSpPr/>
          <p:nvPr/>
        </p:nvSpPr>
        <p:spPr>
          <a:xfrm rot="19028600">
            <a:off x="4097249" y="1679115"/>
            <a:ext cx="72008" cy="28239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Croix 41">
            <a:extLst>
              <a:ext uri="{FF2B5EF4-FFF2-40B4-BE49-F238E27FC236}">
                <a16:creationId xmlns:a16="http://schemas.microsoft.com/office/drawing/2014/main" id="{7ECC2FD2-564C-4960-A9A7-AD3E7D8E5947}"/>
              </a:ext>
            </a:extLst>
          </p:cNvPr>
          <p:cNvSpPr/>
          <p:nvPr/>
        </p:nvSpPr>
        <p:spPr>
          <a:xfrm>
            <a:off x="3843274" y="1813865"/>
            <a:ext cx="244865" cy="255992"/>
          </a:xfrm>
          <a:prstGeom prst="plus">
            <a:avLst>
              <a:gd name="adj" fmla="val 36175"/>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7" name="Triangle isocèle 56">
            <a:extLst>
              <a:ext uri="{FF2B5EF4-FFF2-40B4-BE49-F238E27FC236}">
                <a16:creationId xmlns:a16="http://schemas.microsoft.com/office/drawing/2014/main" id="{6D1A8BCC-C5DB-4FA6-B7D7-6EDA4704AAC7}"/>
              </a:ext>
            </a:extLst>
          </p:cNvPr>
          <p:cNvSpPr/>
          <p:nvPr/>
        </p:nvSpPr>
        <p:spPr>
          <a:xfrm rot="14268662">
            <a:off x="4586209" y="3112689"/>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Triangle isocèle 57">
            <a:extLst>
              <a:ext uri="{FF2B5EF4-FFF2-40B4-BE49-F238E27FC236}">
                <a16:creationId xmlns:a16="http://schemas.microsoft.com/office/drawing/2014/main" id="{19E27015-6A80-4E73-9336-E35B3B9DFE07}"/>
              </a:ext>
            </a:extLst>
          </p:cNvPr>
          <p:cNvSpPr/>
          <p:nvPr/>
        </p:nvSpPr>
        <p:spPr>
          <a:xfrm rot="15748231">
            <a:off x="5509826" y="2758701"/>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Triangle isocèle 58">
            <a:extLst>
              <a:ext uri="{FF2B5EF4-FFF2-40B4-BE49-F238E27FC236}">
                <a16:creationId xmlns:a16="http://schemas.microsoft.com/office/drawing/2014/main" id="{9BC944E0-3EA8-4966-8E39-EC189B799DDC}"/>
              </a:ext>
            </a:extLst>
          </p:cNvPr>
          <p:cNvSpPr/>
          <p:nvPr/>
        </p:nvSpPr>
        <p:spPr>
          <a:xfrm rot="14268662">
            <a:off x="5090105" y="3334363"/>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Triangle isocèle 59">
            <a:extLst>
              <a:ext uri="{FF2B5EF4-FFF2-40B4-BE49-F238E27FC236}">
                <a16:creationId xmlns:a16="http://schemas.microsoft.com/office/drawing/2014/main" id="{2CD53697-5B88-469D-9BB5-03A9D3B4D0A5}"/>
              </a:ext>
            </a:extLst>
          </p:cNvPr>
          <p:cNvSpPr/>
          <p:nvPr/>
        </p:nvSpPr>
        <p:spPr>
          <a:xfrm rot="14268662">
            <a:off x="4817699" y="3841841"/>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Triangle isocèle 60">
            <a:extLst>
              <a:ext uri="{FF2B5EF4-FFF2-40B4-BE49-F238E27FC236}">
                <a16:creationId xmlns:a16="http://schemas.microsoft.com/office/drawing/2014/main" id="{FD4B9D26-387B-4B7E-B29F-04220A35CA50}"/>
              </a:ext>
            </a:extLst>
          </p:cNvPr>
          <p:cNvSpPr/>
          <p:nvPr/>
        </p:nvSpPr>
        <p:spPr>
          <a:xfrm rot="14268662">
            <a:off x="5668354" y="3402876"/>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Forme libre : forme 1">
            <a:extLst>
              <a:ext uri="{FF2B5EF4-FFF2-40B4-BE49-F238E27FC236}">
                <a16:creationId xmlns:a16="http://schemas.microsoft.com/office/drawing/2014/main" id="{87B6AAB4-8527-4703-A09D-E454EDEC1076}"/>
              </a:ext>
            </a:extLst>
          </p:cNvPr>
          <p:cNvSpPr/>
          <p:nvPr/>
        </p:nvSpPr>
        <p:spPr>
          <a:xfrm>
            <a:off x="4981074" y="2831159"/>
            <a:ext cx="457200" cy="48399"/>
          </a:xfrm>
          <a:custGeom>
            <a:avLst/>
            <a:gdLst>
              <a:gd name="connsiteX0" fmla="*/ 457200 w 457200"/>
              <a:gd name="connsiteY0" fmla="*/ 32357 h 48399"/>
              <a:gd name="connsiteX1" fmla="*/ 184484 w 457200"/>
              <a:gd name="connsiteY1" fmla="*/ 273 h 48399"/>
              <a:gd name="connsiteX2" fmla="*/ 0 w 457200"/>
              <a:gd name="connsiteY2" fmla="*/ 48399 h 48399"/>
            </a:gdLst>
            <a:ahLst/>
            <a:cxnLst>
              <a:cxn ang="0">
                <a:pos x="connsiteX0" y="connsiteY0"/>
              </a:cxn>
              <a:cxn ang="0">
                <a:pos x="connsiteX1" y="connsiteY1"/>
              </a:cxn>
              <a:cxn ang="0">
                <a:pos x="connsiteX2" y="connsiteY2"/>
              </a:cxn>
            </a:cxnLst>
            <a:rect l="l" t="t" r="r" b="b"/>
            <a:pathLst>
              <a:path w="457200" h="48399">
                <a:moveTo>
                  <a:pt x="457200" y="32357"/>
                </a:moveTo>
                <a:cubicBezTo>
                  <a:pt x="358942" y="14978"/>
                  <a:pt x="260684" y="-2401"/>
                  <a:pt x="184484" y="273"/>
                </a:cubicBezTo>
                <a:cubicBezTo>
                  <a:pt x="108284" y="2947"/>
                  <a:pt x="54142" y="25673"/>
                  <a:pt x="0" y="48399"/>
                </a:cubicBezTo>
              </a:path>
            </a:pathLst>
          </a:custGeom>
          <a:ln w="28575">
            <a:headEnd type="none" w="med" len="med"/>
            <a:tailEnd type="triangle" w="med" len="med"/>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DCEFC871-B4AF-4BB4-9AC1-6A2D4A9B2FCF}"/>
              </a:ext>
            </a:extLst>
          </p:cNvPr>
          <p:cNvSpPr/>
          <p:nvPr/>
        </p:nvSpPr>
        <p:spPr>
          <a:xfrm>
            <a:off x="5534526" y="3513221"/>
            <a:ext cx="112295" cy="88232"/>
          </a:xfrm>
          <a:custGeom>
            <a:avLst/>
            <a:gdLst>
              <a:gd name="connsiteX0" fmla="*/ 112295 w 112295"/>
              <a:gd name="connsiteY0" fmla="*/ 0 h 88232"/>
              <a:gd name="connsiteX1" fmla="*/ 0 w 112295"/>
              <a:gd name="connsiteY1" fmla="*/ 88232 h 88232"/>
            </a:gdLst>
            <a:ahLst/>
            <a:cxnLst>
              <a:cxn ang="0">
                <a:pos x="connsiteX0" y="connsiteY0"/>
              </a:cxn>
              <a:cxn ang="0">
                <a:pos x="connsiteX1" y="connsiteY1"/>
              </a:cxn>
            </a:cxnLst>
            <a:rect l="l" t="t" r="r" b="b"/>
            <a:pathLst>
              <a:path w="112295" h="88232">
                <a:moveTo>
                  <a:pt x="112295" y="0"/>
                </a:moveTo>
                <a:lnTo>
                  <a:pt x="0" y="88232"/>
                </a:lnTo>
              </a:path>
            </a:pathLst>
          </a:custGeom>
          <a:ln w="28575">
            <a:headEnd type="none" w="med" len="med"/>
            <a:tailEnd type="triangle" w="med" len="med"/>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fr-FR"/>
          </a:p>
        </p:txBody>
      </p:sp>
      <p:sp>
        <p:nvSpPr>
          <p:cNvPr id="62" name="Ellipse 61">
            <a:extLst>
              <a:ext uri="{FF2B5EF4-FFF2-40B4-BE49-F238E27FC236}">
                <a16:creationId xmlns:a16="http://schemas.microsoft.com/office/drawing/2014/main" id="{CA3EAA9F-736F-4A14-980D-037FB46F6FFD}"/>
              </a:ext>
            </a:extLst>
          </p:cNvPr>
          <p:cNvSpPr/>
          <p:nvPr/>
        </p:nvSpPr>
        <p:spPr>
          <a:xfrm>
            <a:off x="5096707" y="3025867"/>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3" name="Connecteur droit 62">
            <a:extLst>
              <a:ext uri="{FF2B5EF4-FFF2-40B4-BE49-F238E27FC236}">
                <a16:creationId xmlns:a16="http://schemas.microsoft.com/office/drawing/2014/main" id="{EFEC0562-60F7-4DD1-BCF5-185C30F2DF77}"/>
              </a:ext>
            </a:extLst>
          </p:cNvPr>
          <p:cNvCxnSpPr/>
          <p:nvPr/>
        </p:nvCxnSpPr>
        <p:spPr>
          <a:xfrm>
            <a:off x="5039557" y="3100577"/>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64" name="Ellipse 63">
            <a:extLst>
              <a:ext uri="{FF2B5EF4-FFF2-40B4-BE49-F238E27FC236}">
                <a16:creationId xmlns:a16="http://schemas.microsoft.com/office/drawing/2014/main" id="{91EB8E0A-34CA-457B-A6FC-4DB95AB9BB20}"/>
              </a:ext>
            </a:extLst>
          </p:cNvPr>
          <p:cNvSpPr/>
          <p:nvPr/>
        </p:nvSpPr>
        <p:spPr>
          <a:xfrm>
            <a:off x="5149125" y="365375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5" name="Connecteur droit 64">
            <a:extLst>
              <a:ext uri="{FF2B5EF4-FFF2-40B4-BE49-F238E27FC236}">
                <a16:creationId xmlns:a16="http://schemas.microsoft.com/office/drawing/2014/main" id="{EDCB1C1C-157C-4F05-A868-3668D0ECB4AC}"/>
              </a:ext>
            </a:extLst>
          </p:cNvPr>
          <p:cNvCxnSpPr/>
          <p:nvPr/>
        </p:nvCxnSpPr>
        <p:spPr>
          <a:xfrm>
            <a:off x="5091975" y="3728466"/>
            <a:ext cx="190500" cy="0"/>
          </a:xfrm>
          <a:prstGeom prst="line">
            <a:avLst/>
          </a:prstGeom>
          <a:effectLst/>
        </p:spPr>
        <p:style>
          <a:lnRef idx="3">
            <a:schemeClr val="dk1"/>
          </a:lnRef>
          <a:fillRef idx="0">
            <a:schemeClr val="dk1"/>
          </a:fillRef>
          <a:effectRef idx="2">
            <a:schemeClr val="dk1"/>
          </a:effectRef>
          <a:fontRef idx="minor">
            <a:schemeClr val="tx1"/>
          </a:fontRef>
        </p:style>
      </p:cxnSp>
      <p:sp>
        <p:nvSpPr>
          <p:cNvPr id="66" name="Ellipse 65">
            <a:extLst>
              <a:ext uri="{FF2B5EF4-FFF2-40B4-BE49-F238E27FC236}">
                <a16:creationId xmlns:a16="http://schemas.microsoft.com/office/drawing/2014/main" id="{29384AA2-8F1D-4B87-A4A7-4A866C6181FF}"/>
              </a:ext>
            </a:extLst>
          </p:cNvPr>
          <p:cNvSpPr/>
          <p:nvPr/>
        </p:nvSpPr>
        <p:spPr>
          <a:xfrm>
            <a:off x="5956703" y="3178247"/>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67" name="Connecteur droit 66">
            <a:extLst>
              <a:ext uri="{FF2B5EF4-FFF2-40B4-BE49-F238E27FC236}">
                <a16:creationId xmlns:a16="http://schemas.microsoft.com/office/drawing/2014/main" id="{F7EBC8EF-14FB-43C4-B91E-EE5766A421B5}"/>
              </a:ext>
            </a:extLst>
          </p:cNvPr>
          <p:cNvCxnSpPr/>
          <p:nvPr/>
        </p:nvCxnSpPr>
        <p:spPr>
          <a:xfrm>
            <a:off x="5899553" y="3252957"/>
            <a:ext cx="190500" cy="0"/>
          </a:xfrm>
          <a:prstGeom prst="line">
            <a:avLst/>
          </a:prstGeom>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24599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2818913" cy="369332"/>
          </a:xfrm>
          <a:prstGeom prst="rect">
            <a:avLst/>
          </a:prstGeom>
          <a:noFill/>
        </p:spPr>
        <p:txBody>
          <a:bodyPr wrap="none" rtlCol="0">
            <a:spAutoFit/>
          </a:bodyPr>
          <a:lstStyle/>
          <a:p>
            <a:r>
              <a:rPr lang="fr-FR" dirty="0">
                <a:solidFill>
                  <a:schemeClr val="bg1"/>
                </a:solidFill>
              </a:rPr>
              <a:t>USE CASE 2 : Dysfonctionnel</a:t>
            </a:r>
          </a:p>
        </p:txBody>
      </p:sp>
      <p:sp>
        <p:nvSpPr>
          <p:cNvPr id="19" name="ZoneTexte 18">
            <a:extLst>
              <a:ext uri="{FF2B5EF4-FFF2-40B4-BE49-F238E27FC236}">
                <a16:creationId xmlns:a16="http://schemas.microsoft.com/office/drawing/2014/main" id="{A2174C0F-357B-40F6-8DBC-E96F804DD26C}"/>
              </a:ext>
            </a:extLst>
          </p:cNvPr>
          <p:cNvSpPr txBox="1"/>
          <p:nvPr/>
        </p:nvSpPr>
        <p:spPr>
          <a:xfrm>
            <a:off x="230546" y="927669"/>
            <a:ext cx="3549366" cy="1754326"/>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chemeClr val="bg1"/>
                </a:solidFill>
              </a:rPr>
              <a:t>Balise non fonctionnelle, vu avant départ</a:t>
            </a:r>
          </a:p>
          <a:p>
            <a:pPr marL="285750" indent="-285750">
              <a:buFont typeface="Arial" panose="020B0604020202020204" pitchFamily="34" charset="0"/>
              <a:buChar char="•"/>
            </a:pPr>
            <a:r>
              <a:rPr lang="fr-FR" dirty="0">
                <a:solidFill>
                  <a:schemeClr val="bg1"/>
                </a:solidFill>
              </a:rPr>
              <a:t>Ne pas trouver une balise à l’endroit indiqué</a:t>
            </a:r>
          </a:p>
          <a:p>
            <a:pPr marL="285750" indent="-285750">
              <a:buFont typeface="Arial" panose="020B0604020202020204" pitchFamily="34" charset="0"/>
              <a:buChar char="•"/>
            </a:pPr>
            <a:r>
              <a:rPr lang="fr-FR" dirty="0">
                <a:solidFill>
                  <a:schemeClr val="bg1"/>
                </a:solidFill>
              </a:rPr>
              <a:t>Un UUV tier-2 se perd</a:t>
            </a:r>
          </a:p>
          <a:p>
            <a:r>
              <a:rPr lang="fr-FR" dirty="0">
                <a:solidFill>
                  <a:schemeClr val="bg1"/>
                </a:solidFill>
              </a:rPr>
              <a:t> </a:t>
            </a:r>
          </a:p>
        </p:txBody>
      </p:sp>
      <p:pic>
        <p:nvPicPr>
          <p:cNvPr id="20" name="Image 19">
            <a:extLst>
              <a:ext uri="{FF2B5EF4-FFF2-40B4-BE49-F238E27FC236}">
                <a16:creationId xmlns:a16="http://schemas.microsoft.com/office/drawing/2014/main" id="{77CA95D9-AF88-4C9C-845A-CE3AF79027EF}"/>
              </a:ext>
            </a:extLst>
          </p:cNvPr>
          <p:cNvPicPr>
            <a:picLocks noChangeAspect="1"/>
          </p:cNvPicPr>
          <p:nvPr/>
        </p:nvPicPr>
        <p:blipFill>
          <a:blip r:embed="rId3"/>
          <a:stretch>
            <a:fillRect/>
          </a:stretch>
        </p:blipFill>
        <p:spPr>
          <a:xfrm>
            <a:off x="3995936" y="843558"/>
            <a:ext cx="4414042" cy="3203334"/>
          </a:xfrm>
          <a:prstGeom prst="rect">
            <a:avLst/>
          </a:prstGeom>
        </p:spPr>
      </p:pic>
      <p:pic>
        <p:nvPicPr>
          <p:cNvPr id="21" name="Graphique 20">
            <a:extLst>
              <a:ext uri="{FF2B5EF4-FFF2-40B4-BE49-F238E27FC236}">
                <a16:creationId xmlns:a16="http://schemas.microsoft.com/office/drawing/2014/main" id="{406058A2-F860-4F99-9E8A-08D493CE1A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22" name="Rectangle 21">
            <a:extLst>
              <a:ext uri="{FF2B5EF4-FFF2-40B4-BE49-F238E27FC236}">
                <a16:creationId xmlns:a16="http://schemas.microsoft.com/office/drawing/2014/main" id="{E5E8DAA8-2526-4148-9839-1F035EBA60A0}"/>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6" name="Ellipse 25">
            <a:extLst>
              <a:ext uri="{FF2B5EF4-FFF2-40B4-BE49-F238E27FC236}">
                <a16:creationId xmlns:a16="http://schemas.microsoft.com/office/drawing/2014/main" id="{FD43765C-B569-49F7-BD59-F5E65EBA9E40}"/>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312BDCF7-A1AB-46F7-AC12-8E0044757067}"/>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8D08A8A7-0DF1-43C8-AFE0-7E64465CEC6F}"/>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78B85737-24D2-4E0D-B622-D1377B31EC43}"/>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796CE3D9-05E7-4461-8989-9020C2E6E720}"/>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Forme libre : forme 30">
            <a:extLst>
              <a:ext uri="{FF2B5EF4-FFF2-40B4-BE49-F238E27FC236}">
                <a16:creationId xmlns:a16="http://schemas.microsoft.com/office/drawing/2014/main" id="{74862D0B-8B7C-4F99-93A3-5E02EBA1412B}"/>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orme libre : forme 31">
            <a:extLst>
              <a:ext uri="{FF2B5EF4-FFF2-40B4-BE49-F238E27FC236}">
                <a16:creationId xmlns:a16="http://schemas.microsoft.com/office/drawing/2014/main" id="{3912CC09-13CA-434B-8149-79FB1775FC4A}"/>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EB3F9ED3-9872-4C6A-88EC-1306D4275D75}"/>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4" name="Ellipse 33">
            <a:extLst>
              <a:ext uri="{FF2B5EF4-FFF2-40B4-BE49-F238E27FC236}">
                <a16:creationId xmlns:a16="http://schemas.microsoft.com/office/drawing/2014/main" id="{55C8D1B2-21DB-4CAA-8347-58BD3F0F7B03}"/>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7D5793EA-329A-453E-9848-ECDD0D592D99}"/>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36" name="Forme libre : forme 35">
            <a:extLst>
              <a:ext uri="{FF2B5EF4-FFF2-40B4-BE49-F238E27FC236}">
                <a16:creationId xmlns:a16="http://schemas.microsoft.com/office/drawing/2014/main" id="{6D32027A-903E-482A-96FA-48E8F75D494A}"/>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728166CB-7605-4182-ABE6-360E8A360853}"/>
              </a:ext>
            </a:extLst>
          </p:cNvPr>
          <p:cNvSpPr/>
          <p:nvPr/>
        </p:nvSpPr>
        <p:spPr>
          <a:xfrm>
            <a:off x="6329237" y="2634518"/>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38" name="Connecteur droit 37">
            <a:extLst>
              <a:ext uri="{FF2B5EF4-FFF2-40B4-BE49-F238E27FC236}">
                <a16:creationId xmlns:a16="http://schemas.microsoft.com/office/drawing/2014/main" id="{AEA1D8D9-287C-4EBD-AC94-44327F6768E8}"/>
              </a:ext>
            </a:extLst>
          </p:cNvPr>
          <p:cNvCxnSpPr>
            <a:cxnSpLocks/>
          </p:cNvCxnSpPr>
          <p:nvPr/>
        </p:nvCxnSpPr>
        <p:spPr>
          <a:xfrm>
            <a:off x="6367337" y="2487732"/>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39" name="Triangle isocèle 38">
            <a:extLst>
              <a:ext uri="{FF2B5EF4-FFF2-40B4-BE49-F238E27FC236}">
                <a16:creationId xmlns:a16="http://schemas.microsoft.com/office/drawing/2014/main" id="{1B5322ED-73A3-450E-9B9F-975ABD6A2D5D}"/>
              </a:ext>
            </a:extLst>
          </p:cNvPr>
          <p:cNvSpPr/>
          <p:nvPr/>
        </p:nvSpPr>
        <p:spPr>
          <a:xfrm rot="5400000">
            <a:off x="6364436" y="2483341"/>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0" name="Ellipse 39">
            <a:extLst>
              <a:ext uri="{FF2B5EF4-FFF2-40B4-BE49-F238E27FC236}">
                <a16:creationId xmlns:a16="http://schemas.microsoft.com/office/drawing/2014/main" id="{A237F25A-9B79-4C5B-8B12-E7305584DF0D}"/>
              </a:ext>
            </a:extLst>
          </p:cNvPr>
          <p:cNvSpPr/>
          <p:nvPr/>
        </p:nvSpPr>
        <p:spPr>
          <a:xfrm>
            <a:off x="5848722" y="2885369"/>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1" name="Connecteur droit 40">
            <a:extLst>
              <a:ext uri="{FF2B5EF4-FFF2-40B4-BE49-F238E27FC236}">
                <a16:creationId xmlns:a16="http://schemas.microsoft.com/office/drawing/2014/main" id="{56984921-99B2-4617-8192-97DE71BEBFF5}"/>
              </a:ext>
            </a:extLst>
          </p:cNvPr>
          <p:cNvCxnSpPr>
            <a:cxnSpLocks/>
          </p:cNvCxnSpPr>
          <p:nvPr/>
        </p:nvCxnSpPr>
        <p:spPr>
          <a:xfrm>
            <a:off x="5886822" y="2738583"/>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42" name="Triangle isocèle 41">
            <a:extLst>
              <a:ext uri="{FF2B5EF4-FFF2-40B4-BE49-F238E27FC236}">
                <a16:creationId xmlns:a16="http://schemas.microsoft.com/office/drawing/2014/main" id="{2FD71D26-15C6-4B78-9E45-F24CA7AE2C4A}"/>
              </a:ext>
            </a:extLst>
          </p:cNvPr>
          <p:cNvSpPr/>
          <p:nvPr/>
        </p:nvSpPr>
        <p:spPr>
          <a:xfrm rot="5400000">
            <a:off x="5883921" y="2734192"/>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43" name="Ellipse 42">
            <a:extLst>
              <a:ext uri="{FF2B5EF4-FFF2-40B4-BE49-F238E27FC236}">
                <a16:creationId xmlns:a16="http://schemas.microsoft.com/office/drawing/2014/main" id="{E482829B-6DAE-4C30-A802-4990E69AD777}"/>
              </a:ext>
            </a:extLst>
          </p:cNvPr>
          <p:cNvSpPr/>
          <p:nvPr/>
        </p:nvSpPr>
        <p:spPr>
          <a:xfrm>
            <a:off x="5517184" y="3102563"/>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4" name="Connecteur droit 43">
            <a:extLst>
              <a:ext uri="{FF2B5EF4-FFF2-40B4-BE49-F238E27FC236}">
                <a16:creationId xmlns:a16="http://schemas.microsoft.com/office/drawing/2014/main" id="{82BCC6C5-92CB-4420-A38D-9071FD1B18B4}"/>
              </a:ext>
            </a:extLst>
          </p:cNvPr>
          <p:cNvCxnSpPr/>
          <p:nvPr/>
        </p:nvCxnSpPr>
        <p:spPr>
          <a:xfrm>
            <a:off x="5460034" y="3177273"/>
            <a:ext cx="190500" cy="0"/>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45" name="Ellipse 44">
            <a:extLst>
              <a:ext uri="{FF2B5EF4-FFF2-40B4-BE49-F238E27FC236}">
                <a16:creationId xmlns:a16="http://schemas.microsoft.com/office/drawing/2014/main" id="{9A092E63-4D38-4C33-8364-1E20BB013202}"/>
              </a:ext>
            </a:extLst>
          </p:cNvPr>
          <p:cNvSpPr/>
          <p:nvPr/>
        </p:nvSpPr>
        <p:spPr>
          <a:xfrm>
            <a:off x="5142445" y="3257276"/>
            <a:ext cx="76200" cy="74711"/>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6" name="Connecteur droit 45">
            <a:extLst>
              <a:ext uri="{FF2B5EF4-FFF2-40B4-BE49-F238E27FC236}">
                <a16:creationId xmlns:a16="http://schemas.microsoft.com/office/drawing/2014/main" id="{733912F5-B6AE-4564-AEAB-163ED2731FC0}"/>
              </a:ext>
            </a:extLst>
          </p:cNvPr>
          <p:cNvCxnSpPr/>
          <p:nvPr/>
        </p:nvCxnSpPr>
        <p:spPr>
          <a:xfrm>
            <a:off x="5085295" y="3331986"/>
            <a:ext cx="190500" cy="0"/>
          </a:xfrm>
          <a:prstGeom prst="line">
            <a:avLst/>
          </a:prstGeom>
          <a:ln>
            <a:solidFill>
              <a:schemeClr val="tx1"/>
            </a:solidFill>
          </a:ln>
          <a:effectLst/>
        </p:spPr>
        <p:style>
          <a:lnRef idx="3">
            <a:schemeClr val="dk1"/>
          </a:lnRef>
          <a:fillRef idx="0">
            <a:schemeClr val="dk1"/>
          </a:fillRef>
          <a:effectRef idx="2">
            <a:schemeClr val="dk1"/>
          </a:effectRef>
          <a:fontRef idx="minor">
            <a:schemeClr val="tx1"/>
          </a:fontRef>
        </p:style>
      </p:cxnSp>
      <p:sp>
        <p:nvSpPr>
          <p:cNvPr id="47" name="Ellipse 46">
            <a:extLst>
              <a:ext uri="{FF2B5EF4-FFF2-40B4-BE49-F238E27FC236}">
                <a16:creationId xmlns:a16="http://schemas.microsoft.com/office/drawing/2014/main" id="{4159D7FB-8F01-423E-B1E2-CA5A870317D9}"/>
              </a:ext>
            </a:extLst>
          </p:cNvPr>
          <p:cNvSpPr/>
          <p:nvPr/>
        </p:nvSpPr>
        <p:spPr>
          <a:xfrm>
            <a:off x="6738755" y="2094161"/>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48" name="Connecteur droit 47">
            <a:extLst>
              <a:ext uri="{FF2B5EF4-FFF2-40B4-BE49-F238E27FC236}">
                <a16:creationId xmlns:a16="http://schemas.microsoft.com/office/drawing/2014/main" id="{07F601C8-A01D-4E64-A574-8D98BF97313C}"/>
              </a:ext>
            </a:extLst>
          </p:cNvPr>
          <p:cNvCxnSpPr>
            <a:cxnSpLocks/>
          </p:cNvCxnSpPr>
          <p:nvPr/>
        </p:nvCxnSpPr>
        <p:spPr>
          <a:xfrm>
            <a:off x="6776855" y="1947375"/>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49" name="Triangle isocèle 48">
            <a:extLst>
              <a:ext uri="{FF2B5EF4-FFF2-40B4-BE49-F238E27FC236}">
                <a16:creationId xmlns:a16="http://schemas.microsoft.com/office/drawing/2014/main" id="{2BC94DA4-87D8-4FA6-97F0-05BBC4909E90}"/>
              </a:ext>
            </a:extLst>
          </p:cNvPr>
          <p:cNvSpPr/>
          <p:nvPr/>
        </p:nvSpPr>
        <p:spPr>
          <a:xfrm rot="5400000">
            <a:off x="6773954" y="1942984"/>
            <a:ext cx="74710" cy="83495"/>
          </a:xfrm>
          <a:prstGeom prst="triangle">
            <a:avLst/>
          </a:prstGeom>
          <a:noFill/>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0" name="Flèche : bas 49">
            <a:extLst>
              <a:ext uri="{FF2B5EF4-FFF2-40B4-BE49-F238E27FC236}">
                <a16:creationId xmlns:a16="http://schemas.microsoft.com/office/drawing/2014/main" id="{1CA6060A-F45B-4897-A60A-ADF2077A9905}"/>
              </a:ext>
            </a:extLst>
          </p:cNvPr>
          <p:cNvSpPr/>
          <p:nvPr/>
        </p:nvSpPr>
        <p:spPr>
          <a:xfrm>
            <a:off x="6738755" y="1590105"/>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83A41688-3174-454E-8D17-B6EDA8DCD71D}"/>
              </a:ext>
            </a:extLst>
          </p:cNvPr>
          <p:cNvSpPr/>
          <p:nvPr/>
        </p:nvSpPr>
        <p:spPr>
          <a:xfrm>
            <a:off x="7274536" y="1785296"/>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2" name="Connecteur droit 51">
            <a:extLst>
              <a:ext uri="{FF2B5EF4-FFF2-40B4-BE49-F238E27FC236}">
                <a16:creationId xmlns:a16="http://schemas.microsoft.com/office/drawing/2014/main" id="{27508EFB-6A03-42EA-A406-38CE6AE40A45}"/>
              </a:ext>
            </a:extLst>
          </p:cNvPr>
          <p:cNvCxnSpPr>
            <a:cxnSpLocks/>
          </p:cNvCxnSpPr>
          <p:nvPr/>
        </p:nvCxnSpPr>
        <p:spPr>
          <a:xfrm>
            <a:off x="7312636" y="1638510"/>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53" name="Triangle isocèle 52">
            <a:extLst>
              <a:ext uri="{FF2B5EF4-FFF2-40B4-BE49-F238E27FC236}">
                <a16:creationId xmlns:a16="http://schemas.microsoft.com/office/drawing/2014/main" id="{67BA4090-CB1A-4B43-BF78-71776A2CAAA1}"/>
              </a:ext>
            </a:extLst>
          </p:cNvPr>
          <p:cNvSpPr/>
          <p:nvPr/>
        </p:nvSpPr>
        <p:spPr>
          <a:xfrm rot="5400000">
            <a:off x="7309735" y="1634119"/>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4" name="Flèche : bas 53">
            <a:extLst>
              <a:ext uri="{FF2B5EF4-FFF2-40B4-BE49-F238E27FC236}">
                <a16:creationId xmlns:a16="http://schemas.microsoft.com/office/drawing/2014/main" id="{F07A0308-5199-4969-9436-468A210485EB}"/>
              </a:ext>
            </a:extLst>
          </p:cNvPr>
          <p:cNvSpPr/>
          <p:nvPr/>
        </p:nvSpPr>
        <p:spPr>
          <a:xfrm>
            <a:off x="7274536" y="1281240"/>
            <a:ext cx="114301" cy="285196"/>
          </a:xfrm>
          <a:prstGeom prst="downArrow">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5" name="Connecteur droit 54">
            <a:extLst>
              <a:ext uri="{FF2B5EF4-FFF2-40B4-BE49-F238E27FC236}">
                <a16:creationId xmlns:a16="http://schemas.microsoft.com/office/drawing/2014/main" id="{7E22C2C1-34A0-417A-BF6A-A34DFB5556EC}"/>
              </a:ext>
            </a:extLst>
          </p:cNvPr>
          <p:cNvCxnSpPr>
            <a:cxnSpLocks/>
          </p:cNvCxnSpPr>
          <p:nvPr/>
        </p:nvCxnSpPr>
        <p:spPr>
          <a:xfrm>
            <a:off x="6675159" y="2058123"/>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56" name="Connecteur droit 55">
            <a:extLst>
              <a:ext uri="{FF2B5EF4-FFF2-40B4-BE49-F238E27FC236}">
                <a16:creationId xmlns:a16="http://schemas.microsoft.com/office/drawing/2014/main" id="{07C810E3-0DDA-40CD-B192-675851BDD5BA}"/>
              </a:ext>
            </a:extLst>
          </p:cNvPr>
          <p:cNvCxnSpPr>
            <a:cxnSpLocks/>
          </p:cNvCxnSpPr>
          <p:nvPr/>
        </p:nvCxnSpPr>
        <p:spPr>
          <a:xfrm rot="10800000" flipV="1">
            <a:off x="6675159" y="2049119"/>
            <a:ext cx="220216" cy="146785"/>
          </a:xfrm>
          <a:prstGeom prst="line">
            <a:avLst/>
          </a:prstGeom>
          <a:ln w="19050">
            <a:solidFill>
              <a:srgbClr val="FF0000"/>
            </a:solidFill>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57" name="Flèche : courbe vers la gauche 56">
            <a:extLst>
              <a:ext uri="{FF2B5EF4-FFF2-40B4-BE49-F238E27FC236}">
                <a16:creationId xmlns:a16="http://schemas.microsoft.com/office/drawing/2014/main" id="{66A2C584-C80C-4293-9C4F-978AF999BFFA}"/>
              </a:ext>
            </a:extLst>
          </p:cNvPr>
          <p:cNvSpPr/>
          <p:nvPr/>
        </p:nvSpPr>
        <p:spPr>
          <a:xfrm rot="3370098">
            <a:off x="7115822" y="1843400"/>
            <a:ext cx="220194" cy="536393"/>
          </a:xfrm>
          <a:prstGeom prst="curvedLeftArrow">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58" name="Ellipse 57">
            <a:extLst>
              <a:ext uri="{FF2B5EF4-FFF2-40B4-BE49-F238E27FC236}">
                <a16:creationId xmlns:a16="http://schemas.microsoft.com/office/drawing/2014/main" id="{19411E35-3227-4C48-9185-15A06C0D83CF}"/>
              </a:ext>
            </a:extLst>
          </p:cNvPr>
          <p:cNvSpPr/>
          <p:nvPr/>
        </p:nvSpPr>
        <p:spPr>
          <a:xfrm>
            <a:off x="6941001" y="2006914"/>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59" name="Connecteur droit 58">
            <a:extLst>
              <a:ext uri="{FF2B5EF4-FFF2-40B4-BE49-F238E27FC236}">
                <a16:creationId xmlns:a16="http://schemas.microsoft.com/office/drawing/2014/main" id="{D5B8EF6B-3D03-4B7F-9660-B40B98D883F8}"/>
              </a:ext>
            </a:extLst>
          </p:cNvPr>
          <p:cNvCxnSpPr>
            <a:cxnSpLocks/>
          </p:cNvCxnSpPr>
          <p:nvPr/>
        </p:nvCxnSpPr>
        <p:spPr>
          <a:xfrm>
            <a:off x="6979101" y="1860128"/>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60" name="Triangle isocèle 59">
            <a:extLst>
              <a:ext uri="{FF2B5EF4-FFF2-40B4-BE49-F238E27FC236}">
                <a16:creationId xmlns:a16="http://schemas.microsoft.com/office/drawing/2014/main" id="{F70DC890-BB41-4847-93CE-CFB0E1AD9C0C}"/>
              </a:ext>
            </a:extLst>
          </p:cNvPr>
          <p:cNvSpPr/>
          <p:nvPr/>
        </p:nvSpPr>
        <p:spPr>
          <a:xfrm rot="5400000">
            <a:off x="6976200" y="1855737"/>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1" name="Flèche : bas 60">
            <a:extLst>
              <a:ext uri="{FF2B5EF4-FFF2-40B4-BE49-F238E27FC236}">
                <a16:creationId xmlns:a16="http://schemas.microsoft.com/office/drawing/2014/main" id="{25DFCD9C-D1CE-4C83-8F12-869ED66ED0F8}"/>
              </a:ext>
            </a:extLst>
          </p:cNvPr>
          <p:cNvSpPr/>
          <p:nvPr/>
        </p:nvSpPr>
        <p:spPr>
          <a:xfrm>
            <a:off x="6941001" y="1502858"/>
            <a:ext cx="114301" cy="28519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A85DE3AA-AE6B-46DC-BA6D-3273D44035D3}"/>
              </a:ext>
            </a:extLst>
          </p:cNvPr>
          <p:cNvSpPr/>
          <p:nvPr/>
        </p:nvSpPr>
        <p:spPr>
          <a:xfrm>
            <a:off x="6669888" y="1432878"/>
            <a:ext cx="819905" cy="86507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22FCEA45-E566-414E-A26B-19D676CD74BB}"/>
              </a:ext>
            </a:extLst>
          </p:cNvPr>
          <p:cNvSpPr/>
          <p:nvPr/>
        </p:nvSpPr>
        <p:spPr>
          <a:xfrm>
            <a:off x="3779912" y="3459390"/>
            <a:ext cx="1767928" cy="11368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5E188F6E-AC3B-485A-8239-8CF610A164FB}"/>
              </a:ext>
            </a:extLst>
          </p:cNvPr>
          <p:cNvSpPr/>
          <p:nvPr/>
        </p:nvSpPr>
        <p:spPr>
          <a:xfrm>
            <a:off x="5856161" y="3466958"/>
            <a:ext cx="1633631" cy="110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EAB68F2-B963-40A1-8472-76AAB800B649}"/>
              </a:ext>
            </a:extLst>
          </p:cNvPr>
          <p:cNvSpPr/>
          <p:nvPr/>
        </p:nvSpPr>
        <p:spPr>
          <a:xfrm>
            <a:off x="5407292" y="2973463"/>
            <a:ext cx="307571" cy="341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041A7E92-6B50-4E07-ABFC-440A2DC14200}"/>
              </a:ext>
            </a:extLst>
          </p:cNvPr>
          <p:cNvSpPr/>
          <p:nvPr/>
        </p:nvSpPr>
        <p:spPr>
          <a:xfrm>
            <a:off x="5746925" y="2672553"/>
            <a:ext cx="307571" cy="3417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7" name="Connecteur droit 66">
            <a:extLst>
              <a:ext uri="{FF2B5EF4-FFF2-40B4-BE49-F238E27FC236}">
                <a16:creationId xmlns:a16="http://schemas.microsoft.com/office/drawing/2014/main" id="{3CF69367-E86A-4869-BCE7-AA5DF78B4AC9}"/>
              </a:ext>
            </a:extLst>
          </p:cNvPr>
          <p:cNvCxnSpPr>
            <a:cxnSpLocks/>
          </p:cNvCxnSpPr>
          <p:nvPr/>
        </p:nvCxnSpPr>
        <p:spPr>
          <a:xfrm flipH="1">
            <a:off x="3794901" y="2973463"/>
            <a:ext cx="1612392" cy="475791"/>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68" name="Connecteur droit 67">
            <a:extLst>
              <a:ext uri="{FF2B5EF4-FFF2-40B4-BE49-F238E27FC236}">
                <a16:creationId xmlns:a16="http://schemas.microsoft.com/office/drawing/2014/main" id="{0B2F7FDF-ECCE-4070-90BC-0FE0FC704EB9}"/>
              </a:ext>
            </a:extLst>
          </p:cNvPr>
          <p:cNvCxnSpPr>
            <a:cxnSpLocks/>
          </p:cNvCxnSpPr>
          <p:nvPr/>
        </p:nvCxnSpPr>
        <p:spPr>
          <a:xfrm flipH="1">
            <a:off x="5555284" y="2993332"/>
            <a:ext cx="168012" cy="458490"/>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69" name="Connecteur droit 68">
            <a:extLst>
              <a:ext uri="{FF2B5EF4-FFF2-40B4-BE49-F238E27FC236}">
                <a16:creationId xmlns:a16="http://schemas.microsoft.com/office/drawing/2014/main" id="{08A3AB08-03BE-4623-9CF3-BC479A1A80EE}"/>
              </a:ext>
            </a:extLst>
          </p:cNvPr>
          <p:cNvCxnSpPr>
            <a:cxnSpLocks/>
          </p:cNvCxnSpPr>
          <p:nvPr/>
        </p:nvCxnSpPr>
        <p:spPr>
          <a:xfrm flipH="1">
            <a:off x="5577106" y="3335117"/>
            <a:ext cx="137758" cy="1136880"/>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0" name="Connecteur droit 69">
            <a:extLst>
              <a:ext uri="{FF2B5EF4-FFF2-40B4-BE49-F238E27FC236}">
                <a16:creationId xmlns:a16="http://schemas.microsoft.com/office/drawing/2014/main" id="{0964F78E-982A-4AFF-9E12-89B203C66A87}"/>
              </a:ext>
            </a:extLst>
          </p:cNvPr>
          <p:cNvCxnSpPr>
            <a:cxnSpLocks/>
          </p:cNvCxnSpPr>
          <p:nvPr/>
        </p:nvCxnSpPr>
        <p:spPr>
          <a:xfrm flipH="1">
            <a:off x="5281233" y="3301865"/>
            <a:ext cx="124950" cy="147389"/>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1" name="Connecteur droit 70">
            <a:extLst>
              <a:ext uri="{FF2B5EF4-FFF2-40B4-BE49-F238E27FC236}">
                <a16:creationId xmlns:a16="http://schemas.microsoft.com/office/drawing/2014/main" id="{F0E82C3B-4294-4ACA-80F9-EA744E5C8910}"/>
              </a:ext>
            </a:extLst>
          </p:cNvPr>
          <p:cNvCxnSpPr>
            <a:cxnSpLocks/>
          </p:cNvCxnSpPr>
          <p:nvPr/>
        </p:nvCxnSpPr>
        <p:spPr>
          <a:xfrm flipH="1" flipV="1">
            <a:off x="5746174" y="2668424"/>
            <a:ext cx="121090" cy="819093"/>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2" name="Connecteur droit 71">
            <a:extLst>
              <a:ext uri="{FF2B5EF4-FFF2-40B4-BE49-F238E27FC236}">
                <a16:creationId xmlns:a16="http://schemas.microsoft.com/office/drawing/2014/main" id="{DB41E217-4DE1-4E4B-A2D3-7E5452DA63AF}"/>
              </a:ext>
            </a:extLst>
          </p:cNvPr>
          <p:cNvCxnSpPr>
            <a:cxnSpLocks/>
          </p:cNvCxnSpPr>
          <p:nvPr/>
        </p:nvCxnSpPr>
        <p:spPr>
          <a:xfrm flipH="1" flipV="1">
            <a:off x="5748790" y="2999507"/>
            <a:ext cx="106546" cy="1480058"/>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3" name="Connecteur droit 72">
            <a:extLst>
              <a:ext uri="{FF2B5EF4-FFF2-40B4-BE49-F238E27FC236}">
                <a16:creationId xmlns:a16="http://schemas.microsoft.com/office/drawing/2014/main" id="{8341E304-A100-452F-8DE3-BCEB18340A45}"/>
              </a:ext>
            </a:extLst>
          </p:cNvPr>
          <p:cNvCxnSpPr>
            <a:cxnSpLocks/>
          </p:cNvCxnSpPr>
          <p:nvPr/>
        </p:nvCxnSpPr>
        <p:spPr>
          <a:xfrm>
            <a:off x="6038654" y="2679816"/>
            <a:ext cx="994934" cy="787143"/>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74" name="Connecteur droit 73">
            <a:extLst>
              <a:ext uri="{FF2B5EF4-FFF2-40B4-BE49-F238E27FC236}">
                <a16:creationId xmlns:a16="http://schemas.microsoft.com/office/drawing/2014/main" id="{C6692FCB-F171-4814-841E-A971FFAC9D13}"/>
              </a:ext>
            </a:extLst>
          </p:cNvPr>
          <p:cNvCxnSpPr>
            <a:cxnSpLocks/>
          </p:cNvCxnSpPr>
          <p:nvPr/>
        </p:nvCxnSpPr>
        <p:spPr>
          <a:xfrm>
            <a:off x="6038654" y="3027530"/>
            <a:ext cx="256590" cy="439428"/>
          </a:xfrm>
          <a:prstGeom prst="line">
            <a:avLst/>
          </a:prstGeom>
          <a:ln w="9525">
            <a:solidFill>
              <a:schemeClr val="tx1"/>
            </a:solidFill>
            <a:prstDash val="sysDot"/>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75" name="Ellipse 74">
            <a:extLst>
              <a:ext uri="{FF2B5EF4-FFF2-40B4-BE49-F238E27FC236}">
                <a16:creationId xmlns:a16="http://schemas.microsoft.com/office/drawing/2014/main" id="{8DF60BFC-C984-4C88-9649-5FE04DD4BD93}"/>
              </a:ext>
            </a:extLst>
          </p:cNvPr>
          <p:cNvSpPr/>
          <p:nvPr/>
        </p:nvSpPr>
        <p:spPr>
          <a:xfrm>
            <a:off x="6598282" y="3977634"/>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76" name="Connecteur droit 75">
            <a:extLst>
              <a:ext uri="{FF2B5EF4-FFF2-40B4-BE49-F238E27FC236}">
                <a16:creationId xmlns:a16="http://schemas.microsoft.com/office/drawing/2014/main" id="{9FA02EA4-A2BF-4CE9-B1EC-14659DE3B3A5}"/>
              </a:ext>
            </a:extLst>
          </p:cNvPr>
          <p:cNvCxnSpPr>
            <a:cxnSpLocks/>
          </p:cNvCxnSpPr>
          <p:nvPr/>
        </p:nvCxnSpPr>
        <p:spPr>
          <a:xfrm>
            <a:off x="6636382" y="3830848"/>
            <a:ext cx="0" cy="209726"/>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77" name="Ellipse 76">
            <a:extLst>
              <a:ext uri="{FF2B5EF4-FFF2-40B4-BE49-F238E27FC236}">
                <a16:creationId xmlns:a16="http://schemas.microsoft.com/office/drawing/2014/main" id="{1C89EE19-6C87-4496-9505-5EE130A3E00F}"/>
              </a:ext>
            </a:extLst>
          </p:cNvPr>
          <p:cNvSpPr/>
          <p:nvPr/>
        </p:nvSpPr>
        <p:spPr>
          <a:xfrm>
            <a:off x="4613089" y="3953102"/>
            <a:ext cx="76200" cy="74711"/>
          </a:xfrm>
          <a:prstGeom prst="ellips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78" name="Connecteur droit 77">
            <a:extLst>
              <a:ext uri="{FF2B5EF4-FFF2-40B4-BE49-F238E27FC236}">
                <a16:creationId xmlns:a16="http://schemas.microsoft.com/office/drawing/2014/main" id="{1F821F00-7788-43F6-A009-1E4B11FA3463}"/>
              </a:ext>
            </a:extLst>
          </p:cNvPr>
          <p:cNvCxnSpPr/>
          <p:nvPr/>
        </p:nvCxnSpPr>
        <p:spPr>
          <a:xfrm>
            <a:off x="4555939" y="4027812"/>
            <a:ext cx="190500" cy="0"/>
          </a:xfrm>
          <a:prstGeom prst="line">
            <a:avLst/>
          </a:prstGeom>
          <a:ln>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81" name="Forme libre : forme 80">
            <a:extLst>
              <a:ext uri="{FF2B5EF4-FFF2-40B4-BE49-F238E27FC236}">
                <a16:creationId xmlns:a16="http://schemas.microsoft.com/office/drawing/2014/main" id="{158E6B51-3F63-4CC6-86DF-106934D35BE5}"/>
              </a:ext>
            </a:extLst>
          </p:cNvPr>
          <p:cNvSpPr/>
          <p:nvPr/>
        </p:nvSpPr>
        <p:spPr>
          <a:xfrm>
            <a:off x="4443943" y="3714127"/>
            <a:ext cx="416013" cy="312821"/>
          </a:xfrm>
          <a:custGeom>
            <a:avLst/>
            <a:gdLst>
              <a:gd name="connsiteX0" fmla="*/ 416013 w 416013"/>
              <a:gd name="connsiteY0" fmla="*/ 0 h 312821"/>
              <a:gd name="connsiteX1" fmla="*/ 223508 w 416013"/>
              <a:gd name="connsiteY1" fmla="*/ 120316 h 312821"/>
              <a:gd name="connsiteX2" fmla="*/ 223508 w 416013"/>
              <a:gd name="connsiteY2" fmla="*/ 120316 h 312821"/>
              <a:gd name="connsiteX3" fmla="*/ 6939 w 416013"/>
              <a:gd name="connsiteY3" fmla="*/ 312821 h 312821"/>
            </a:gdLst>
            <a:ahLst/>
            <a:cxnLst>
              <a:cxn ang="0">
                <a:pos x="connsiteX0" y="connsiteY0"/>
              </a:cxn>
              <a:cxn ang="0">
                <a:pos x="connsiteX1" y="connsiteY1"/>
              </a:cxn>
              <a:cxn ang="0">
                <a:pos x="connsiteX2" y="connsiteY2"/>
              </a:cxn>
              <a:cxn ang="0">
                <a:pos x="connsiteX3" y="connsiteY3"/>
              </a:cxn>
            </a:cxnLst>
            <a:rect l="l" t="t" r="r" b="b"/>
            <a:pathLst>
              <a:path w="416013" h="312821">
                <a:moveTo>
                  <a:pt x="416013" y="0"/>
                </a:moveTo>
                <a:lnTo>
                  <a:pt x="223508" y="120316"/>
                </a:lnTo>
                <a:lnTo>
                  <a:pt x="223508" y="120316"/>
                </a:lnTo>
                <a:cubicBezTo>
                  <a:pt x="187413" y="152400"/>
                  <a:pt x="-42524" y="283411"/>
                  <a:pt x="6939" y="3128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orme libre : forme 81">
            <a:extLst>
              <a:ext uri="{FF2B5EF4-FFF2-40B4-BE49-F238E27FC236}">
                <a16:creationId xmlns:a16="http://schemas.microsoft.com/office/drawing/2014/main" id="{9BAC8A18-5394-4A5D-9AE5-4392E72AE4A8}"/>
              </a:ext>
            </a:extLst>
          </p:cNvPr>
          <p:cNvSpPr/>
          <p:nvPr/>
        </p:nvSpPr>
        <p:spPr>
          <a:xfrm>
            <a:off x="6481160" y="3705795"/>
            <a:ext cx="416013" cy="312821"/>
          </a:xfrm>
          <a:custGeom>
            <a:avLst/>
            <a:gdLst>
              <a:gd name="connsiteX0" fmla="*/ 416013 w 416013"/>
              <a:gd name="connsiteY0" fmla="*/ 0 h 312821"/>
              <a:gd name="connsiteX1" fmla="*/ 223508 w 416013"/>
              <a:gd name="connsiteY1" fmla="*/ 120316 h 312821"/>
              <a:gd name="connsiteX2" fmla="*/ 223508 w 416013"/>
              <a:gd name="connsiteY2" fmla="*/ 120316 h 312821"/>
              <a:gd name="connsiteX3" fmla="*/ 6939 w 416013"/>
              <a:gd name="connsiteY3" fmla="*/ 312821 h 312821"/>
            </a:gdLst>
            <a:ahLst/>
            <a:cxnLst>
              <a:cxn ang="0">
                <a:pos x="connsiteX0" y="connsiteY0"/>
              </a:cxn>
              <a:cxn ang="0">
                <a:pos x="connsiteX1" y="connsiteY1"/>
              </a:cxn>
              <a:cxn ang="0">
                <a:pos x="connsiteX2" y="connsiteY2"/>
              </a:cxn>
              <a:cxn ang="0">
                <a:pos x="connsiteX3" y="connsiteY3"/>
              </a:cxn>
            </a:cxnLst>
            <a:rect l="l" t="t" r="r" b="b"/>
            <a:pathLst>
              <a:path w="416013" h="312821">
                <a:moveTo>
                  <a:pt x="416013" y="0"/>
                </a:moveTo>
                <a:lnTo>
                  <a:pt x="223508" y="120316"/>
                </a:lnTo>
                <a:lnTo>
                  <a:pt x="223508" y="120316"/>
                </a:lnTo>
                <a:cubicBezTo>
                  <a:pt x="187413" y="152400"/>
                  <a:pt x="-42524" y="283411"/>
                  <a:pt x="6939" y="3128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Triangle isocèle 82">
            <a:extLst>
              <a:ext uri="{FF2B5EF4-FFF2-40B4-BE49-F238E27FC236}">
                <a16:creationId xmlns:a16="http://schemas.microsoft.com/office/drawing/2014/main" id="{84B4ADB8-8785-487C-A8B3-95160360C961}"/>
              </a:ext>
            </a:extLst>
          </p:cNvPr>
          <p:cNvSpPr/>
          <p:nvPr/>
        </p:nvSpPr>
        <p:spPr>
          <a:xfrm rot="5400000">
            <a:off x="6633481" y="3826457"/>
            <a:ext cx="74710" cy="83495"/>
          </a:xfrm>
          <a:prstGeom prst="triangle">
            <a:avLst/>
          </a:prstGeom>
          <a:solidFill>
            <a:schemeClr val="bg1">
              <a:lumMod val="75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84" name="Forme libre : forme 83">
            <a:extLst>
              <a:ext uri="{FF2B5EF4-FFF2-40B4-BE49-F238E27FC236}">
                <a16:creationId xmlns:a16="http://schemas.microsoft.com/office/drawing/2014/main" id="{4BE627C8-1082-4D01-A6F2-025DDA19DBCD}"/>
              </a:ext>
            </a:extLst>
          </p:cNvPr>
          <p:cNvSpPr/>
          <p:nvPr/>
        </p:nvSpPr>
        <p:spPr>
          <a:xfrm>
            <a:off x="4795241" y="3706106"/>
            <a:ext cx="570041" cy="320906"/>
          </a:xfrm>
          <a:custGeom>
            <a:avLst/>
            <a:gdLst>
              <a:gd name="connsiteX0" fmla="*/ 64715 w 570041"/>
              <a:gd name="connsiteY0" fmla="*/ 0 h 320906"/>
              <a:gd name="connsiteX1" fmla="*/ 547 w 570041"/>
              <a:gd name="connsiteY1" fmla="*/ 144379 h 320906"/>
              <a:gd name="connsiteX2" fmla="*/ 96799 w 570041"/>
              <a:gd name="connsiteY2" fmla="*/ 320842 h 320906"/>
              <a:gd name="connsiteX3" fmla="*/ 570041 w 570041"/>
              <a:gd name="connsiteY3" fmla="*/ 160421 h 320906"/>
            </a:gdLst>
            <a:ahLst/>
            <a:cxnLst>
              <a:cxn ang="0">
                <a:pos x="connsiteX0" y="connsiteY0"/>
              </a:cxn>
              <a:cxn ang="0">
                <a:pos x="connsiteX1" y="connsiteY1"/>
              </a:cxn>
              <a:cxn ang="0">
                <a:pos x="connsiteX2" y="connsiteY2"/>
              </a:cxn>
              <a:cxn ang="0">
                <a:pos x="connsiteX3" y="connsiteY3"/>
              </a:cxn>
            </a:cxnLst>
            <a:rect l="l" t="t" r="r" b="b"/>
            <a:pathLst>
              <a:path w="570041" h="320906">
                <a:moveTo>
                  <a:pt x="64715" y="0"/>
                </a:moveTo>
                <a:cubicBezTo>
                  <a:pt x="29957" y="45452"/>
                  <a:pt x="-4800" y="90905"/>
                  <a:pt x="547" y="144379"/>
                </a:cubicBezTo>
                <a:cubicBezTo>
                  <a:pt x="5894" y="197853"/>
                  <a:pt x="1883" y="318168"/>
                  <a:pt x="96799" y="320842"/>
                </a:cubicBezTo>
                <a:cubicBezTo>
                  <a:pt x="191715" y="323516"/>
                  <a:pt x="380878" y="241968"/>
                  <a:pt x="570041" y="1604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Forme libre : forme 84">
            <a:extLst>
              <a:ext uri="{FF2B5EF4-FFF2-40B4-BE49-F238E27FC236}">
                <a16:creationId xmlns:a16="http://schemas.microsoft.com/office/drawing/2014/main" id="{4E4E5809-02A9-424A-9FA7-52E81209692B}"/>
              </a:ext>
            </a:extLst>
          </p:cNvPr>
          <p:cNvSpPr/>
          <p:nvPr/>
        </p:nvSpPr>
        <p:spPr>
          <a:xfrm>
            <a:off x="6822410" y="3713492"/>
            <a:ext cx="570041" cy="320906"/>
          </a:xfrm>
          <a:custGeom>
            <a:avLst/>
            <a:gdLst>
              <a:gd name="connsiteX0" fmla="*/ 64715 w 570041"/>
              <a:gd name="connsiteY0" fmla="*/ 0 h 320906"/>
              <a:gd name="connsiteX1" fmla="*/ 547 w 570041"/>
              <a:gd name="connsiteY1" fmla="*/ 144379 h 320906"/>
              <a:gd name="connsiteX2" fmla="*/ 96799 w 570041"/>
              <a:gd name="connsiteY2" fmla="*/ 320842 h 320906"/>
              <a:gd name="connsiteX3" fmla="*/ 570041 w 570041"/>
              <a:gd name="connsiteY3" fmla="*/ 160421 h 320906"/>
            </a:gdLst>
            <a:ahLst/>
            <a:cxnLst>
              <a:cxn ang="0">
                <a:pos x="connsiteX0" y="connsiteY0"/>
              </a:cxn>
              <a:cxn ang="0">
                <a:pos x="connsiteX1" y="connsiteY1"/>
              </a:cxn>
              <a:cxn ang="0">
                <a:pos x="connsiteX2" y="connsiteY2"/>
              </a:cxn>
              <a:cxn ang="0">
                <a:pos x="connsiteX3" y="connsiteY3"/>
              </a:cxn>
            </a:cxnLst>
            <a:rect l="l" t="t" r="r" b="b"/>
            <a:pathLst>
              <a:path w="570041" h="320906">
                <a:moveTo>
                  <a:pt x="64715" y="0"/>
                </a:moveTo>
                <a:cubicBezTo>
                  <a:pt x="29957" y="45452"/>
                  <a:pt x="-4800" y="90905"/>
                  <a:pt x="547" y="144379"/>
                </a:cubicBezTo>
                <a:cubicBezTo>
                  <a:pt x="5894" y="197853"/>
                  <a:pt x="1883" y="318168"/>
                  <a:pt x="96799" y="320842"/>
                </a:cubicBezTo>
                <a:cubicBezTo>
                  <a:pt x="191715" y="323516"/>
                  <a:pt x="380878" y="241968"/>
                  <a:pt x="570041" y="160421"/>
                </a:cubicBezTo>
              </a:path>
            </a:pathLst>
          </a:custGeom>
          <a:noFill/>
          <a:ln>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Bande diagonale 85">
            <a:extLst>
              <a:ext uri="{FF2B5EF4-FFF2-40B4-BE49-F238E27FC236}">
                <a16:creationId xmlns:a16="http://schemas.microsoft.com/office/drawing/2014/main" id="{756135E8-6DB2-4CB9-BBFF-1CF2F09B553E}"/>
              </a:ext>
            </a:extLst>
          </p:cNvPr>
          <p:cNvSpPr/>
          <p:nvPr/>
        </p:nvSpPr>
        <p:spPr>
          <a:xfrm rot="16200000">
            <a:off x="3905277" y="3551443"/>
            <a:ext cx="913885" cy="1134637"/>
          </a:xfrm>
          <a:prstGeom prst="diagStripe">
            <a:avLst>
              <a:gd name="adj" fmla="val 0"/>
            </a:avLst>
          </a:prstGeom>
          <a:solidFill>
            <a:srgbClr val="C00000">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87" name="Ellipse 86">
            <a:extLst>
              <a:ext uri="{FF2B5EF4-FFF2-40B4-BE49-F238E27FC236}">
                <a16:creationId xmlns:a16="http://schemas.microsoft.com/office/drawing/2014/main" id="{30A3DADD-97F6-44B5-A4F3-27C1FD52A3BD}"/>
              </a:ext>
            </a:extLst>
          </p:cNvPr>
          <p:cNvSpPr/>
          <p:nvPr/>
        </p:nvSpPr>
        <p:spPr>
          <a:xfrm>
            <a:off x="4081504" y="4277702"/>
            <a:ext cx="63420" cy="59376"/>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Ellipse 87">
            <a:extLst>
              <a:ext uri="{FF2B5EF4-FFF2-40B4-BE49-F238E27FC236}">
                <a16:creationId xmlns:a16="http://schemas.microsoft.com/office/drawing/2014/main" id="{F80FA5C1-5424-415D-8253-431C4A1CDF30}"/>
              </a:ext>
            </a:extLst>
          </p:cNvPr>
          <p:cNvSpPr/>
          <p:nvPr/>
        </p:nvSpPr>
        <p:spPr>
          <a:xfrm>
            <a:off x="3902911" y="4101744"/>
            <a:ext cx="420606" cy="419108"/>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9" name="Connecteur droit 88">
            <a:extLst>
              <a:ext uri="{FF2B5EF4-FFF2-40B4-BE49-F238E27FC236}">
                <a16:creationId xmlns:a16="http://schemas.microsoft.com/office/drawing/2014/main" id="{05FACC64-64BC-4377-80BA-4DAF2C43F2B8}"/>
              </a:ext>
            </a:extLst>
          </p:cNvPr>
          <p:cNvCxnSpPr>
            <a:stCxn id="87" idx="6"/>
            <a:endCxn id="88" idx="6"/>
          </p:cNvCxnSpPr>
          <p:nvPr/>
        </p:nvCxnSpPr>
        <p:spPr>
          <a:xfrm>
            <a:off x="4144924" y="4307390"/>
            <a:ext cx="178593" cy="390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0" name="ZoneTexte 89">
            <a:extLst>
              <a:ext uri="{FF2B5EF4-FFF2-40B4-BE49-F238E27FC236}">
                <a16:creationId xmlns:a16="http://schemas.microsoft.com/office/drawing/2014/main" id="{BA3FB430-15CB-44CF-B3F8-6FF9C6B97DC4}"/>
              </a:ext>
            </a:extLst>
          </p:cNvPr>
          <p:cNvSpPr txBox="1"/>
          <p:nvPr/>
        </p:nvSpPr>
        <p:spPr>
          <a:xfrm>
            <a:off x="4088187" y="4015010"/>
            <a:ext cx="292068" cy="369332"/>
          </a:xfrm>
          <a:prstGeom prst="rect">
            <a:avLst/>
          </a:prstGeom>
          <a:noFill/>
        </p:spPr>
        <p:txBody>
          <a:bodyPr wrap="none" rtlCol="0">
            <a:spAutoFit/>
          </a:bodyPr>
          <a:lstStyle/>
          <a:p>
            <a:r>
              <a:rPr lang="fr-FR" dirty="0"/>
              <a:t>?</a:t>
            </a:r>
          </a:p>
        </p:txBody>
      </p:sp>
      <p:sp>
        <p:nvSpPr>
          <p:cNvPr id="91" name="Ellipse 90">
            <a:extLst>
              <a:ext uri="{FF2B5EF4-FFF2-40B4-BE49-F238E27FC236}">
                <a16:creationId xmlns:a16="http://schemas.microsoft.com/office/drawing/2014/main" id="{78FBAFC3-49F6-4282-96FF-7747A40D0475}"/>
              </a:ext>
            </a:extLst>
          </p:cNvPr>
          <p:cNvSpPr/>
          <p:nvPr/>
        </p:nvSpPr>
        <p:spPr>
          <a:xfrm>
            <a:off x="6056299" y="4341616"/>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92" name="Connecteur droit 91">
            <a:extLst>
              <a:ext uri="{FF2B5EF4-FFF2-40B4-BE49-F238E27FC236}">
                <a16:creationId xmlns:a16="http://schemas.microsoft.com/office/drawing/2014/main" id="{E1CD8EC1-555D-4D13-A5D9-76405789BBB6}"/>
              </a:ext>
            </a:extLst>
          </p:cNvPr>
          <p:cNvCxnSpPr>
            <a:cxnSpLocks/>
          </p:cNvCxnSpPr>
          <p:nvPr/>
        </p:nvCxnSpPr>
        <p:spPr>
          <a:xfrm>
            <a:off x="6094399" y="4194830"/>
            <a:ext cx="0" cy="209726"/>
          </a:xfrm>
          <a:prstGeom prst="line">
            <a:avLst/>
          </a:prstGeom>
          <a:effectLst/>
        </p:spPr>
        <p:style>
          <a:lnRef idx="3">
            <a:schemeClr val="dk1"/>
          </a:lnRef>
          <a:fillRef idx="0">
            <a:schemeClr val="dk1"/>
          </a:fillRef>
          <a:effectRef idx="2">
            <a:schemeClr val="dk1"/>
          </a:effectRef>
          <a:fontRef idx="minor">
            <a:schemeClr val="tx1"/>
          </a:fontRef>
        </p:style>
      </p:cxnSp>
      <p:sp>
        <p:nvSpPr>
          <p:cNvPr id="94" name="Triangle isocèle 93">
            <a:extLst>
              <a:ext uri="{FF2B5EF4-FFF2-40B4-BE49-F238E27FC236}">
                <a16:creationId xmlns:a16="http://schemas.microsoft.com/office/drawing/2014/main" id="{AE743178-601D-41D2-9DCA-ED4E0A750971}"/>
              </a:ext>
            </a:extLst>
          </p:cNvPr>
          <p:cNvSpPr/>
          <p:nvPr/>
        </p:nvSpPr>
        <p:spPr>
          <a:xfrm rot="5400000">
            <a:off x="6091498" y="4190439"/>
            <a:ext cx="74710" cy="83495"/>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95" name="ZoneTexte 94">
            <a:extLst>
              <a:ext uri="{FF2B5EF4-FFF2-40B4-BE49-F238E27FC236}">
                <a16:creationId xmlns:a16="http://schemas.microsoft.com/office/drawing/2014/main" id="{DC356636-6EAF-48B4-9517-9F61E96F33F3}"/>
              </a:ext>
            </a:extLst>
          </p:cNvPr>
          <p:cNvSpPr txBox="1"/>
          <p:nvPr/>
        </p:nvSpPr>
        <p:spPr>
          <a:xfrm>
            <a:off x="6071307" y="3900210"/>
            <a:ext cx="292068" cy="369332"/>
          </a:xfrm>
          <a:prstGeom prst="rect">
            <a:avLst/>
          </a:prstGeom>
          <a:noFill/>
        </p:spPr>
        <p:txBody>
          <a:bodyPr wrap="none" rtlCol="0">
            <a:spAutoFit/>
          </a:bodyPr>
          <a:lstStyle/>
          <a:p>
            <a:r>
              <a:rPr lang="fr-FR" dirty="0"/>
              <a:t>?</a:t>
            </a:r>
          </a:p>
        </p:txBody>
      </p:sp>
      <p:sp>
        <p:nvSpPr>
          <p:cNvPr id="96" name="Triangle isocèle 95">
            <a:extLst>
              <a:ext uri="{FF2B5EF4-FFF2-40B4-BE49-F238E27FC236}">
                <a16:creationId xmlns:a16="http://schemas.microsoft.com/office/drawing/2014/main" id="{93B897D1-006F-450C-8220-6ABA8A2109FE}"/>
              </a:ext>
            </a:extLst>
          </p:cNvPr>
          <p:cNvSpPr/>
          <p:nvPr/>
        </p:nvSpPr>
        <p:spPr>
          <a:xfrm rot="15748231">
            <a:off x="4870173" y="3619773"/>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Triangle isocèle 96">
            <a:extLst>
              <a:ext uri="{FF2B5EF4-FFF2-40B4-BE49-F238E27FC236}">
                <a16:creationId xmlns:a16="http://schemas.microsoft.com/office/drawing/2014/main" id="{27BAC068-8A4A-4B4C-95F4-03EC3E097AB8}"/>
              </a:ext>
            </a:extLst>
          </p:cNvPr>
          <p:cNvSpPr/>
          <p:nvPr/>
        </p:nvSpPr>
        <p:spPr>
          <a:xfrm rot="15748231">
            <a:off x="6911530" y="3611442"/>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 coins arrondis 97">
            <a:extLst>
              <a:ext uri="{FF2B5EF4-FFF2-40B4-BE49-F238E27FC236}">
                <a16:creationId xmlns:a16="http://schemas.microsoft.com/office/drawing/2014/main" id="{5A7019F9-22BF-4138-9A09-E98D11760D03}"/>
              </a:ext>
            </a:extLst>
          </p:cNvPr>
          <p:cNvSpPr/>
          <p:nvPr/>
        </p:nvSpPr>
        <p:spPr>
          <a:xfrm>
            <a:off x="1680977" y="3459391"/>
            <a:ext cx="1872204" cy="1116314"/>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Bande diagonale 99">
            <a:extLst>
              <a:ext uri="{FF2B5EF4-FFF2-40B4-BE49-F238E27FC236}">
                <a16:creationId xmlns:a16="http://schemas.microsoft.com/office/drawing/2014/main" id="{4BA9C38F-FFBE-498A-A78F-F759617CEB20}"/>
              </a:ext>
            </a:extLst>
          </p:cNvPr>
          <p:cNvSpPr/>
          <p:nvPr/>
        </p:nvSpPr>
        <p:spPr>
          <a:xfrm rot="16200000">
            <a:off x="1669403" y="4010180"/>
            <a:ext cx="575643" cy="552495"/>
          </a:xfrm>
          <a:prstGeom prst="diagStripe">
            <a:avLst>
              <a:gd name="adj" fmla="val 0"/>
            </a:avLst>
          </a:prstGeom>
          <a:solidFill>
            <a:srgbClr val="C00000">
              <a:alpha val="3000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2" name="ZoneTexte 101">
            <a:extLst>
              <a:ext uri="{FF2B5EF4-FFF2-40B4-BE49-F238E27FC236}">
                <a16:creationId xmlns:a16="http://schemas.microsoft.com/office/drawing/2014/main" id="{EF29B53A-8158-4353-8CA3-C316EE9BA3B1}"/>
              </a:ext>
            </a:extLst>
          </p:cNvPr>
          <p:cNvSpPr txBox="1"/>
          <p:nvPr/>
        </p:nvSpPr>
        <p:spPr>
          <a:xfrm>
            <a:off x="1715433" y="4217731"/>
            <a:ext cx="292068" cy="369332"/>
          </a:xfrm>
          <a:prstGeom prst="rect">
            <a:avLst/>
          </a:prstGeom>
          <a:noFill/>
        </p:spPr>
        <p:txBody>
          <a:bodyPr wrap="none" rtlCol="0">
            <a:spAutoFit/>
          </a:bodyPr>
          <a:lstStyle/>
          <a:p>
            <a:r>
              <a:rPr lang="fr-FR" dirty="0"/>
              <a:t>?</a:t>
            </a:r>
          </a:p>
        </p:txBody>
      </p:sp>
      <p:sp>
        <p:nvSpPr>
          <p:cNvPr id="104" name="Bande diagonale 103">
            <a:extLst>
              <a:ext uri="{FF2B5EF4-FFF2-40B4-BE49-F238E27FC236}">
                <a16:creationId xmlns:a16="http://schemas.microsoft.com/office/drawing/2014/main" id="{2FCBC8AB-12D0-42C2-8B9A-C022612088F3}"/>
              </a:ext>
            </a:extLst>
          </p:cNvPr>
          <p:cNvSpPr/>
          <p:nvPr/>
        </p:nvSpPr>
        <p:spPr>
          <a:xfrm rot="5400000" flipH="1">
            <a:off x="2785980" y="3826918"/>
            <a:ext cx="654315" cy="865974"/>
          </a:xfrm>
          <a:prstGeom prst="diagStripe">
            <a:avLst>
              <a:gd name="adj" fmla="val 0"/>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5" name="Forme libre : forme 104">
            <a:extLst>
              <a:ext uri="{FF2B5EF4-FFF2-40B4-BE49-F238E27FC236}">
                <a16:creationId xmlns:a16="http://schemas.microsoft.com/office/drawing/2014/main" id="{045933E3-465A-49F4-A9F3-0690C3396EC9}"/>
              </a:ext>
            </a:extLst>
          </p:cNvPr>
          <p:cNvSpPr/>
          <p:nvPr/>
        </p:nvSpPr>
        <p:spPr>
          <a:xfrm>
            <a:off x="3023834" y="4443613"/>
            <a:ext cx="425116" cy="80606"/>
          </a:xfrm>
          <a:custGeom>
            <a:avLst/>
            <a:gdLst>
              <a:gd name="connsiteX0" fmla="*/ 0 w 425116"/>
              <a:gd name="connsiteY0" fmla="*/ 72224 h 80606"/>
              <a:gd name="connsiteX1" fmla="*/ 104274 w 425116"/>
              <a:gd name="connsiteY1" fmla="*/ 35 h 80606"/>
              <a:gd name="connsiteX2" fmla="*/ 280737 w 425116"/>
              <a:gd name="connsiteY2" fmla="*/ 80245 h 80606"/>
              <a:gd name="connsiteX3" fmla="*/ 425116 w 425116"/>
              <a:gd name="connsiteY3" fmla="*/ 24098 h 80606"/>
            </a:gdLst>
            <a:ahLst/>
            <a:cxnLst>
              <a:cxn ang="0">
                <a:pos x="connsiteX0" y="connsiteY0"/>
              </a:cxn>
              <a:cxn ang="0">
                <a:pos x="connsiteX1" y="connsiteY1"/>
              </a:cxn>
              <a:cxn ang="0">
                <a:pos x="connsiteX2" y="connsiteY2"/>
              </a:cxn>
              <a:cxn ang="0">
                <a:pos x="connsiteX3" y="connsiteY3"/>
              </a:cxn>
            </a:cxnLst>
            <a:rect l="l" t="t" r="r" b="b"/>
            <a:pathLst>
              <a:path w="425116" h="80606">
                <a:moveTo>
                  <a:pt x="0" y="72224"/>
                </a:moveTo>
                <a:cubicBezTo>
                  <a:pt x="28742" y="35461"/>
                  <a:pt x="57485" y="-1302"/>
                  <a:pt x="104274" y="35"/>
                </a:cubicBezTo>
                <a:cubicBezTo>
                  <a:pt x="151063" y="1372"/>
                  <a:pt x="227263" y="76234"/>
                  <a:pt x="280737" y="80245"/>
                </a:cubicBezTo>
                <a:cubicBezTo>
                  <a:pt x="334211" y="84256"/>
                  <a:pt x="379663" y="54177"/>
                  <a:pt x="425116" y="24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Forme libre : forme 105">
            <a:extLst>
              <a:ext uri="{FF2B5EF4-FFF2-40B4-BE49-F238E27FC236}">
                <a16:creationId xmlns:a16="http://schemas.microsoft.com/office/drawing/2014/main" id="{35620635-F03D-490D-A653-5F57997E6BB4}"/>
              </a:ext>
            </a:extLst>
          </p:cNvPr>
          <p:cNvSpPr/>
          <p:nvPr/>
        </p:nvSpPr>
        <p:spPr>
          <a:xfrm>
            <a:off x="3023834" y="4334303"/>
            <a:ext cx="425116" cy="80606"/>
          </a:xfrm>
          <a:custGeom>
            <a:avLst/>
            <a:gdLst>
              <a:gd name="connsiteX0" fmla="*/ 0 w 425116"/>
              <a:gd name="connsiteY0" fmla="*/ 72224 h 80606"/>
              <a:gd name="connsiteX1" fmla="*/ 104274 w 425116"/>
              <a:gd name="connsiteY1" fmla="*/ 35 h 80606"/>
              <a:gd name="connsiteX2" fmla="*/ 280737 w 425116"/>
              <a:gd name="connsiteY2" fmla="*/ 80245 h 80606"/>
              <a:gd name="connsiteX3" fmla="*/ 425116 w 425116"/>
              <a:gd name="connsiteY3" fmla="*/ 24098 h 80606"/>
            </a:gdLst>
            <a:ahLst/>
            <a:cxnLst>
              <a:cxn ang="0">
                <a:pos x="connsiteX0" y="connsiteY0"/>
              </a:cxn>
              <a:cxn ang="0">
                <a:pos x="connsiteX1" y="connsiteY1"/>
              </a:cxn>
              <a:cxn ang="0">
                <a:pos x="connsiteX2" y="connsiteY2"/>
              </a:cxn>
              <a:cxn ang="0">
                <a:pos x="connsiteX3" y="connsiteY3"/>
              </a:cxn>
            </a:cxnLst>
            <a:rect l="l" t="t" r="r" b="b"/>
            <a:pathLst>
              <a:path w="425116" h="80606">
                <a:moveTo>
                  <a:pt x="0" y="72224"/>
                </a:moveTo>
                <a:cubicBezTo>
                  <a:pt x="28742" y="35461"/>
                  <a:pt x="57485" y="-1302"/>
                  <a:pt x="104274" y="35"/>
                </a:cubicBezTo>
                <a:cubicBezTo>
                  <a:pt x="151063" y="1372"/>
                  <a:pt x="227263" y="76234"/>
                  <a:pt x="280737" y="80245"/>
                </a:cubicBezTo>
                <a:cubicBezTo>
                  <a:pt x="334211" y="84256"/>
                  <a:pt x="379663" y="54177"/>
                  <a:pt x="425116" y="2409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Forme libre : forme 107">
            <a:extLst>
              <a:ext uri="{FF2B5EF4-FFF2-40B4-BE49-F238E27FC236}">
                <a16:creationId xmlns:a16="http://schemas.microsoft.com/office/drawing/2014/main" id="{EF80EA92-41A6-4616-ADE3-7696329FA1EF}"/>
              </a:ext>
            </a:extLst>
          </p:cNvPr>
          <p:cNvSpPr/>
          <p:nvPr/>
        </p:nvSpPr>
        <p:spPr>
          <a:xfrm>
            <a:off x="1965702" y="3826367"/>
            <a:ext cx="834189" cy="352927"/>
          </a:xfrm>
          <a:custGeom>
            <a:avLst/>
            <a:gdLst>
              <a:gd name="connsiteX0" fmla="*/ 834189 w 834189"/>
              <a:gd name="connsiteY0" fmla="*/ 0 h 352927"/>
              <a:gd name="connsiteX1" fmla="*/ 296779 w 834189"/>
              <a:gd name="connsiteY1" fmla="*/ 216569 h 352927"/>
              <a:gd name="connsiteX2" fmla="*/ 0 w 834189"/>
              <a:gd name="connsiteY2" fmla="*/ 352927 h 352927"/>
            </a:gdLst>
            <a:ahLst/>
            <a:cxnLst>
              <a:cxn ang="0">
                <a:pos x="connsiteX0" y="connsiteY0"/>
              </a:cxn>
              <a:cxn ang="0">
                <a:pos x="connsiteX1" y="connsiteY1"/>
              </a:cxn>
              <a:cxn ang="0">
                <a:pos x="connsiteX2" y="connsiteY2"/>
              </a:cxn>
            </a:cxnLst>
            <a:rect l="l" t="t" r="r" b="b"/>
            <a:pathLst>
              <a:path w="834189" h="352927">
                <a:moveTo>
                  <a:pt x="834189" y="0"/>
                </a:moveTo>
                <a:lnTo>
                  <a:pt x="296779" y="216569"/>
                </a:lnTo>
                <a:cubicBezTo>
                  <a:pt x="157747" y="275390"/>
                  <a:pt x="78873" y="314158"/>
                  <a:pt x="0" y="352927"/>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Forme libre : forme 108">
            <a:extLst>
              <a:ext uri="{FF2B5EF4-FFF2-40B4-BE49-F238E27FC236}">
                <a16:creationId xmlns:a16="http://schemas.microsoft.com/office/drawing/2014/main" id="{4B6AFFE3-C892-4155-AF64-93364F058A8B}"/>
              </a:ext>
            </a:extLst>
          </p:cNvPr>
          <p:cNvSpPr/>
          <p:nvPr/>
        </p:nvSpPr>
        <p:spPr>
          <a:xfrm>
            <a:off x="2537276" y="3826367"/>
            <a:ext cx="431057" cy="529390"/>
          </a:xfrm>
          <a:custGeom>
            <a:avLst/>
            <a:gdLst>
              <a:gd name="connsiteX0" fmla="*/ 238552 w 431057"/>
              <a:gd name="connsiteY0" fmla="*/ 0 h 529390"/>
              <a:gd name="connsiteX1" fmla="*/ 38026 w 431057"/>
              <a:gd name="connsiteY1" fmla="*/ 208548 h 529390"/>
              <a:gd name="connsiteX2" fmla="*/ 38026 w 431057"/>
              <a:gd name="connsiteY2" fmla="*/ 376990 h 529390"/>
              <a:gd name="connsiteX3" fmla="*/ 431057 w 431057"/>
              <a:gd name="connsiteY3" fmla="*/ 529390 h 529390"/>
            </a:gdLst>
            <a:ahLst/>
            <a:cxnLst>
              <a:cxn ang="0">
                <a:pos x="connsiteX0" y="connsiteY0"/>
              </a:cxn>
              <a:cxn ang="0">
                <a:pos x="connsiteX1" y="connsiteY1"/>
              </a:cxn>
              <a:cxn ang="0">
                <a:pos x="connsiteX2" y="connsiteY2"/>
              </a:cxn>
              <a:cxn ang="0">
                <a:pos x="connsiteX3" y="connsiteY3"/>
              </a:cxn>
            </a:cxnLst>
            <a:rect l="l" t="t" r="r" b="b"/>
            <a:pathLst>
              <a:path w="431057" h="529390">
                <a:moveTo>
                  <a:pt x="238552" y="0"/>
                </a:moveTo>
                <a:cubicBezTo>
                  <a:pt x="154999" y="72858"/>
                  <a:pt x="71447" y="145716"/>
                  <a:pt x="38026" y="208548"/>
                </a:cubicBezTo>
                <a:cubicBezTo>
                  <a:pt x="4605" y="271380"/>
                  <a:pt x="-27479" y="323516"/>
                  <a:pt x="38026" y="376990"/>
                </a:cubicBezTo>
                <a:cubicBezTo>
                  <a:pt x="103531" y="430464"/>
                  <a:pt x="267294" y="479927"/>
                  <a:pt x="431057" y="529390"/>
                </a:cubicBezTo>
              </a:path>
            </a:pathLst>
          </a:custGeom>
          <a:noFill/>
          <a:ln>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Triangle isocèle 109">
            <a:extLst>
              <a:ext uri="{FF2B5EF4-FFF2-40B4-BE49-F238E27FC236}">
                <a16:creationId xmlns:a16="http://schemas.microsoft.com/office/drawing/2014/main" id="{BED77310-48CE-4FA8-B91D-54311A25D76E}"/>
              </a:ext>
            </a:extLst>
          </p:cNvPr>
          <p:cNvSpPr/>
          <p:nvPr/>
        </p:nvSpPr>
        <p:spPr>
          <a:xfrm rot="15748231">
            <a:off x="2835815" y="3710874"/>
            <a:ext cx="84667" cy="177800"/>
          </a:xfrm>
          <a:prstGeom prst="triangle">
            <a:avLst/>
          </a:prstGeom>
          <a:solidFill>
            <a:srgbClr val="00B0F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36092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20DAD6-B12D-4400-9A12-CB0ECA2E8D93}"/>
              </a:ext>
            </a:extLst>
          </p:cNvPr>
          <p:cNvSpPr>
            <a:spLocks noGrp="1"/>
          </p:cNvSpPr>
          <p:nvPr>
            <p:ph type="title"/>
          </p:nvPr>
        </p:nvSpPr>
        <p:spPr/>
        <p:txBody>
          <a:bodyPr/>
          <a:lstStyle/>
          <a:p>
            <a:endParaRPr lang="fr-FR" dirty="0"/>
          </a:p>
        </p:txBody>
      </p:sp>
      <p:sp>
        <p:nvSpPr>
          <p:cNvPr id="23" name="ZoneTexte 22">
            <a:extLst>
              <a:ext uri="{FF2B5EF4-FFF2-40B4-BE49-F238E27FC236}">
                <a16:creationId xmlns:a16="http://schemas.microsoft.com/office/drawing/2014/main" id="{FD67FAF8-9E19-4439-852C-B097A5E4C9D0}"/>
              </a:ext>
            </a:extLst>
          </p:cNvPr>
          <p:cNvSpPr txBox="1"/>
          <p:nvPr/>
        </p:nvSpPr>
        <p:spPr>
          <a:xfrm>
            <a:off x="971600" y="2371694"/>
            <a:ext cx="3240360" cy="400110"/>
          </a:xfrm>
          <a:prstGeom prst="rect">
            <a:avLst/>
          </a:prstGeom>
          <a:noFill/>
        </p:spPr>
        <p:txBody>
          <a:bodyPr wrap="square" rtlCol="0">
            <a:spAutoFit/>
          </a:bodyPr>
          <a:lstStyle/>
          <a:p>
            <a:pPr>
              <a:defRPr/>
            </a:pPr>
            <a:r>
              <a:rPr lang="fr-FR" sz="2000" b="1" dirty="0">
                <a:solidFill>
                  <a:schemeClr val="bg1"/>
                </a:solidFill>
                <a:latin typeface="NavalGroup Sans" panose="00000500000000000000" pitchFamily="2" charset="0"/>
                <a:cs typeface="Arial" panose="020B0604020202020204" pitchFamily="34" charset="0"/>
              </a:rPr>
              <a:t>Merci de votre attention</a:t>
            </a:r>
            <a:endParaRPr lang="fr-FR" b="1" dirty="0">
              <a:solidFill>
                <a:schemeClr val="bg1"/>
              </a:solidFill>
              <a:latin typeface="NavalGroup Sans" panose="00000500000000000000" pitchFamily="2" charset="0"/>
              <a:cs typeface="Arial" panose="020B0604020202020204" pitchFamily="34" charset="0"/>
            </a:endParaRPr>
          </a:p>
        </p:txBody>
      </p:sp>
    </p:spTree>
    <p:extLst>
      <p:ext uri="{BB962C8B-B14F-4D97-AF65-F5344CB8AC3E}">
        <p14:creationId xmlns:p14="http://schemas.microsoft.com/office/powerpoint/2010/main" val="3890588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20DAD6-B12D-4400-9A12-CB0ECA2E8D93}"/>
              </a:ext>
            </a:extLst>
          </p:cNvPr>
          <p:cNvSpPr>
            <a:spLocks noGrp="1"/>
          </p:cNvSpPr>
          <p:nvPr>
            <p:ph type="title"/>
          </p:nvPr>
        </p:nvSpPr>
        <p:spPr/>
        <p:txBody>
          <a:bodyPr/>
          <a:lstStyle/>
          <a:p>
            <a:endParaRPr lang="fr-FR" dirty="0"/>
          </a:p>
        </p:txBody>
      </p:sp>
      <p:sp>
        <p:nvSpPr>
          <p:cNvPr id="4" name="Rectangle 3">
            <a:extLst>
              <a:ext uri="{FF2B5EF4-FFF2-40B4-BE49-F238E27FC236}">
                <a16:creationId xmlns:a16="http://schemas.microsoft.com/office/drawing/2014/main" id="{6F20B858-7113-4E59-A91E-E8E0CCE6FFB4}"/>
              </a:ext>
            </a:extLst>
          </p:cNvPr>
          <p:cNvSpPr/>
          <p:nvPr/>
        </p:nvSpPr>
        <p:spPr>
          <a:xfrm>
            <a:off x="1893094" y="2421731"/>
            <a:ext cx="278606" cy="57150"/>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5" name="Rectangle 4">
            <a:extLst>
              <a:ext uri="{FF2B5EF4-FFF2-40B4-BE49-F238E27FC236}">
                <a16:creationId xmlns:a16="http://schemas.microsoft.com/office/drawing/2014/main" id="{6C29010C-DEF2-4385-87B6-ABF99B34FCD5}"/>
              </a:ext>
            </a:extLst>
          </p:cNvPr>
          <p:cNvSpPr/>
          <p:nvPr/>
        </p:nvSpPr>
        <p:spPr>
          <a:xfrm>
            <a:off x="1851422" y="235624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6" name="Rectangle 5">
            <a:extLst>
              <a:ext uri="{FF2B5EF4-FFF2-40B4-BE49-F238E27FC236}">
                <a16:creationId xmlns:a16="http://schemas.microsoft.com/office/drawing/2014/main" id="{25E299B2-99D9-4875-9213-8EF1A08BD83F}"/>
              </a:ext>
            </a:extLst>
          </p:cNvPr>
          <p:cNvSpPr/>
          <p:nvPr/>
        </p:nvSpPr>
        <p:spPr>
          <a:xfrm>
            <a:off x="2135982" y="2356247"/>
            <a:ext cx="51197" cy="122634"/>
          </a:xfrm>
          <a:prstGeom prst="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8" name="Connecteur droit 7">
            <a:extLst>
              <a:ext uri="{FF2B5EF4-FFF2-40B4-BE49-F238E27FC236}">
                <a16:creationId xmlns:a16="http://schemas.microsoft.com/office/drawing/2014/main" id="{85EEF476-B782-4A14-867F-D4773F9BA78F}"/>
              </a:ext>
            </a:extLst>
          </p:cNvPr>
          <p:cNvCxnSpPr>
            <a:stCxn id="6" idx="2"/>
          </p:cNvCxnSpPr>
          <p:nvPr/>
        </p:nvCxnSpPr>
        <p:spPr>
          <a:xfrm>
            <a:off x="2161581" y="2478882"/>
            <a:ext cx="25598" cy="92869"/>
          </a:xfrm>
          <a:prstGeom prst="line">
            <a:avLst/>
          </a:prstGeom>
        </p:spPr>
        <p:style>
          <a:lnRef idx="1">
            <a:schemeClr val="dk1"/>
          </a:lnRef>
          <a:fillRef idx="0">
            <a:schemeClr val="dk1"/>
          </a:fillRef>
          <a:effectRef idx="0">
            <a:schemeClr val="dk1"/>
          </a:effectRef>
          <a:fontRef idx="minor">
            <a:schemeClr val="tx1"/>
          </a:fontRef>
        </p:style>
      </p:cxnSp>
      <p:cxnSp>
        <p:nvCxnSpPr>
          <p:cNvPr id="9" name="Connecteur droit 8">
            <a:extLst>
              <a:ext uri="{FF2B5EF4-FFF2-40B4-BE49-F238E27FC236}">
                <a16:creationId xmlns:a16="http://schemas.microsoft.com/office/drawing/2014/main" id="{19E2A800-41D9-4F05-8F4E-4B8BDBE3E542}"/>
              </a:ext>
            </a:extLst>
          </p:cNvPr>
          <p:cNvCxnSpPr>
            <a:cxnSpLocks/>
          </p:cNvCxnSpPr>
          <p:nvPr/>
        </p:nvCxnSpPr>
        <p:spPr>
          <a:xfrm flipH="1">
            <a:off x="1854697" y="2478881"/>
            <a:ext cx="25598" cy="92869"/>
          </a:xfrm>
          <a:prstGeom prst="line">
            <a:avLst/>
          </a:prstGeom>
        </p:spPr>
        <p:style>
          <a:lnRef idx="1">
            <a:schemeClr val="dk1"/>
          </a:lnRef>
          <a:fillRef idx="0">
            <a:schemeClr val="dk1"/>
          </a:fillRef>
          <a:effectRef idx="0">
            <a:schemeClr val="dk1"/>
          </a:effectRef>
          <a:fontRef idx="minor">
            <a:schemeClr val="tx1"/>
          </a:fontRef>
        </p:style>
      </p:cxnSp>
      <p:sp>
        <p:nvSpPr>
          <p:cNvPr id="10" name="Corde 9">
            <a:extLst>
              <a:ext uri="{FF2B5EF4-FFF2-40B4-BE49-F238E27FC236}">
                <a16:creationId xmlns:a16="http://schemas.microsoft.com/office/drawing/2014/main" id="{6B44460C-0AD3-4867-87F3-7BA75ED1B83F}"/>
              </a:ext>
            </a:extLst>
          </p:cNvPr>
          <p:cNvSpPr/>
          <p:nvPr/>
        </p:nvSpPr>
        <p:spPr>
          <a:xfrm rot="6685707">
            <a:off x="1845666" y="2300416"/>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1" name="Corde 10">
            <a:extLst>
              <a:ext uri="{FF2B5EF4-FFF2-40B4-BE49-F238E27FC236}">
                <a16:creationId xmlns:a16="http://schemas.microsoft.com/office/drawing/2014/main" id="{CE55585C-1B46-4C3F-B6E3-61D464BA6D08}"/>
              </a:ext>
            </a:extLst>
          </p:cNvPr>
          <p:cNvSpPr/>
          <p:nvPr/>
        </p:nvSpPr>
        <p:spPr>
          <a:xfrm rot="6685707">
            <a:off x="2130226" y="2297089"/>
            <a:ext cx="62709" cy="61169"/>
          </a:xfrm>
          <a:prstGeom prst="chord">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2" name="Triangle isocèle 11">
            <a:extLst>
              <a:ext uri="{FF2B5EF4-FFF2-40B4-BE49-F238E27FC236}">
                <a16:creationId xmlns:a16="http://schemas.microsoft.com/office/drawing/2014/main" id="{683D4325-DC7A-46C3-A29F-567DCE1FBE41}"/>
              </a:ext>
            </a:extLst>
          </p:cNvPr>
          <p:cNvSpPr/>
          <p:nvPr/>
        </p:nvSpPr>
        <p:spPr>
          <a:xfrm>
            <a:off x="1759992" y="230119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3" name="Triangle isocèle 12">
            <a:extLst>
              <a:ext uri="{FF2B5EF4-FFF2-40B4-BE49-F238E27FC236}">
                <a16:creationId xmlns:a16="http://schemas.microsoft.com/office/drawing/2014/main" id="{29CB5499-C1E9-4CE6-B17E-8D0A6C485F9B}"/>
              </a:ext>
            </a:extLst>
          </p:cNvPr>
          <p:cNvSpPr/>
          <p:nvPr/>
        </p:nvSpPr>
        <p:spPr>
          <a:xfrm>
            <a:off x="1914227" y="2301196"/>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4" name="Triangle isocèle 13">
            <a:extLst>
              <a:ext uri="{FF2B5EF4-FFF2-40B4-BE49-F238E27FC236}">
                <a16:creationId xmlns:a16="http://schemas.microsoft.com/office/drawing/2014/main" id="{F1AC53E9-7C60-4D7A-92BF-FDFE7478EBCA}"/>
              </a:ext>
            </a:extLst>
          </p:cNvPr>
          <p:cNvSpPr/>
          <p:nvPr/>
        </p:nvSpPr>
        <p:spPr>
          <a:xfrm>
            <a:off x="2042697" y="2299460"/>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5" name="Triangle isocèle 14">
            <a:extLst>
              <a:ext uri="{FF2B5EF4-FFF2-40B4-BE49-F238E27FC236}">
                <a16:creationId xmlns:a16="http://schemas.microsoft.com/office/drawing/2014/main" id="{CC4A5F14-3318-48EC-8D55-A1E6BB3511FC}"/>
              </a:ext>
            </a:extLst>
          </p:cNvPr>
          <p:cNvSpPr/>
          <p:nvPr/>
        </p:nvSpPr>
        <p:spPr>
          <a:xfrm>
            <a:off x="2202101" y="2295855"/>
            <a:ext cx="79851" cy="3428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6" name="Ellipse 15">
            <a:extLst>
              <a:ext uri="{FF2B5EF4-FFF2-40B4-BE49-F238E27FC236}">
                <a16:creationId xmlns:a16="http://schemas.microsoft.com/office/drawing/2014/main" id="{72BF09A3-AEF9-4EF2-B185-4C95C88EFE6D}"/>
              </a:ext>
            </a:extLst>
          </p:cNvPr>
          <p:cNvSpPr/>
          <p:nvPr/>
        </p:nvSpPr>
        <p:spPr>
          <a:xfrm>
            <a:off x="1926829" y="2368034"/>
            <a:ext cx="193675" cy="1936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7" name="Ellipse 16">
            <a:extLst>
              <a:ext uri="{FF2B5EF4-FFF2-40B4-BE49-F238E27FC236}">
                <a16:creationId xmlns:a16="http://schemas.microsoft.com/office/drawing/2014/main" id="{64725FAD-1CE3-4430-9034-088F9F74E96E}"/>
              </a:ext>
            </a:extLst>
          </p:cNvPr>
          <p:cNvSpPr/>
          <p:nvPr/>
        </p:nvSpPr>
        <p:spPr>
          <a:xfrm>
            <a:off x="1963609" y="2404347"/>
            <a:ext cx="114698" cy="121047"/>
          </a:xfrm>
          <a:prstGeom prst="ellipse">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8" name="Ellipse 17">
            <a:extLst>
              <a:ext uri="{FF2B5EF4-FFF2-40B4-BE49-F238E27FC236}">
                <a16:creationId xmlns:a16="http://schemas.microsoft.com/office/drawing/2014/main" id="{06DE5C8F-A04B-44C9-B7D1-ED9DBBF1A264}"/>
              </a:ext>
            </a:extLst>
          </p:cNvPr>
          <p:cNvSpPr/>
          <p:nvPr/>
        </p:nvSpPr>
        <p:spPr>
          <a:xfrm>
            <a:off x="1984425" y="2424013"/>
            <a:ext cx="73025" cy="7302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9" name="Ellipse 18">
            <a:extLst>
              <a:ext uri="{FF2B5EF4-FFF2-40B4-BE49-F238E27FC236}">
                <a16:creationId xmlns:a16="http://schemas.microsoft.com/office/drawing/2014/main" id="{79058083-32BE-4834-80F3-80DEB74A6C52}"/>
              </a:ext>
            </a:extLst>
          </p:cNvPr>
          <p:cNvSpPr/>
          <p:nvPr/>
        </p:nvSpPr>
        <p:spPr>
          <a:xfrm>
            <a:off x="3214688" y="249703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1" name="Connecteur droit 20">
            <a:extLst>
              <a:ext uri="{FF2B5EF4-FFF2-40B4-BE49-F238E27FC236}">
                <a16:creationId xmlns:a16="http://schemas.microsoft.com/office/drawing/2014/main" id="{7444B88B-EEED-4150-A6D4-7FD9349B4A0C}"/>
              </a:ext>
            </a:extLst>
          </p:cNvPr>
          <p:cNvCxnSpPr>
            <a:cxnSpLocks/>
            <a:endCxn id="19" idx="0"/>
          </p:cNvCxnSpPr>
          <p:nvPr/>
        </p:nvCxnSpPr>
        <p:spPr>
          <a:xfrm>
            <a:off x="3252788" y="2287312"/>
            <a:ext cx="0" cy="209726"/>
          </a:xfrm>
          <a:prstGeom prst="line">
            <a:avLst/>
          </a:prstGeom>
        </p:spPr>
        <p:style>
          <a:lnRef idx="3">
            <a:schemeClr val="dk1"/>
          </a:lnRef>
          <a:fillRef idx="0">
            <a:schemeClr val="dk1"/>
          </a:fillRef>
          <a:effectRef idx="2">
            <a:schemeClr val="dk1"/>
          </a:effectRef>
          <a:fontRef idx="minor">
            <a:schemeClr val="tx1"/>
          </a:fontRef>
        </p:style>
      </p:cxnSp>
      <p:sp>
        <p:nvSpPr>
          <p:cNvPr id="25" name="Triangle isocèle 24">
            <a:extLst>
              <a:ext uri="{FF2B5EF4-FFF2-40B4-BE49-F238E27FC236}">
                <a16:creationId xmlns:a16="http://schemas.microsoft.com/office/drawing/2014/main" id="{63CE301C-96B1-4460-A5F0-AB6A579C4C3C}"/>
              </a:ext>
            </a:extLst>
          </p:cNvPr>
          <p:cNvSpPr/>
          <p:nvPr/>
        </p:nvSpPr>
        <p:spPr>
          <a:xfrm rot="5400000">
            <a:off x="3271837" y="2272787"/>
            <a:ext cx="76196" cy="108493"/>
          </a:xfrm>
          <a:prstGeom prst="triangl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6" name="Ellipse 25">
            <a:extLst>
              <a:ext uri="{FF2B5EF4-FFF2-40B4-BE49-F238E27FC236}">
                <a16:creationId xmlns:a16="http://schemas.microsoft.com/office/drawing/2014/main" id="{CDF490EE-27C8-46E6-B691-B91ADBF03D11}"/>
              </a:ext>
            </a:extLst>
          </p:cNvPr>
          <p:cNvSpPr/>
          <p:nvPr/>
        </p:nvSpPr>
        <p:spPr>
          <a:xfrm>
            <a:off x="3595688" y="2497039"/>
            <a:ext cx="76200" cy="747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8" name="Connecteur droit 27">
            <a:extLst>
              <a:ext uri="{FF2B5EF4-FFF2-40B4-BE49-F238E27FC236}">
                <a16:creationId xmlns:a16="http://schemas.microsoft.com/office/drawing/2014/main" id="{9F3B4E47-B6C2-42DF-B070-ABADE37FB379}"/>
              </a:ext>
            </a:extLst>
          </p:cNvPr>
          <p:cNvCxnSpPr/>
          <p:nvPr/>
        </p:nvCxnSpPr>
        <p:spPr>
          <a:xfrm>
            <a:off x="3538538" y="2571749"/>
            <a:ext cx="1905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56101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2D556B1-56E8-43E8-BBAA-CA787F3CB723}"/>
              </a:ext>
            </a:extLst>
          </p:cNvPr>
          <p:cNvPicPr>
            <a:picLocks noChangeAspect="1"/>
          </p:cNvPicPr>
          <p:nvPr/>
        </p:nvPicPr>
        <p:blipFill>
          <a:blip r:embed="rId2"/>
          <a:stretch>
            <a:fillRect/>
          </a:stretch>
        </p:blipFill>
        <p:spPr>
          <a:xfrm>
            <a:off x="3995936" y="843558"/>
            <a:ext cx="4414042" cy="3203334"/>
          </a:xfrm>
          <a:prstGeom prst="rect">
            <a:avLst/>
          </a:prstGeom>
        </p:spPr>
      </p:pic>
      <p:pic>
        <p:nvPicPr>
          <p:cNvPr id="9" name="Graphique 8">
            <a:extLst>
              <a:ext uri="{FF2B5EF4-FFF2-40B4-BE49-F238E27FC236}">
                <a16:creationId xmlns:a16="http://schemas.microsoft.com/office/drawing/2014/main" id="{75C226A4-D82B-4E82-8EA1-8BC5847739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9080565">
            <a:off x="7314620" y="1294867"/>
            <a:ext cx="988934" cy="183136"/>
          </a:xfrm>
          <a:prstGeom prst="rect">
            <a:avLst/>
          </a:prstGeom>
        </p:spPr>
      </p:pic>
      <p:sp>
        <p:nvSpPr>
          <p:cNvPr id="13" name="Rectangle 12">
            <a:extLst>
              <a:ext uri="{FF2B5EF4-FFF2-40B4-BE49-F238E27FC236}">
                <a16:creationId xmlns:a16="http://schemas.microsoft.com/office/drawing/2014/main" id="{42F352A1-2B54-409C-819E-251467176787}"/>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4" name="Ellipse 13">
            <a:extLst>
              <a:ext uri="{FF2B5EF4-FFF2-40B4-BE49-F238E27FC236}">
                <a16:creationId xmlns:a16="http://schemas.microsoft.com/office/drawing/2014/main" id="{1507DD35-203B-4319-A0F2-F49B28F3FC80}"/>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C98A79C8-2573-4014-9BE9-DA310604D159}"/>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AC5B88A6-FE06-4B08-912F-3C2396C7A720}"/>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5224A90B-0D1E-4312-B477-B9AEE766E291}"/>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CEA2976D-F158-4E6D-A11D-150C9F28D611}"/>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orme libre : forme 18">
            <a:extLst>
              <a:ext uri="{FF2B5EF4-FFF2-40B4-BE49-F238E27FC236}">
                <a16:creationId xmlns:a16="http://schemas.microsoft.com/office/drawing/2014/main" id="{A0A4EEF8-B7EB-4E3A-ACC2-82EF256E0AAB}"/>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orme libre : forme 19">
            <a:extLst>
              <a:ext uri="{FF2B5EF4-FFF2-40B4-BE49-F238E27FC236}">
                <a16:creationId xmlns:a16="http://schemas.microsoft.com/office/drawing/2014/main" id="{4F65C264-7B8E-48F5-998C-35FD40675FF5}"/>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1B47B7D4-81F9-4050-ADC9-E2001821D8C9}"/>
              </a:ext>
            </a:extLst>
          </p:cNvPr>
          <p:cNvSpPr txBox="1"/>
          <p:nvPr/>
        </p:nvSpPr>
        <p:spPr>
          <a:xfrm>
            <a:off x="230546" y="927669"/>
            <a:ext cx="3549366" cy="1477328"/>
          </a:xfrm>
          <a:prstGeom prst="rect">
            <a:avLst/>
          </a:prstGeom>
          <a:noFill/>
        </p:spPr>
        <p:txBody>
          <a:bodyPr wrap="square" rtlCol="0">
            <a:spAutoFit/>
          </a:bodyPr>
          <a:lstStyle/>
          <a:p>
            <a:r>
              <a:rPr lang="fr-FR" dirty="0">
                <a:solidFill>
                  <a:schemeClr val="bg1"/>
                </a:solidFill>
              </a:rPr>
              <a:t>Direction et force du courant :</a:t>
            </a:r>
          </a:p>
          <a:p>
            <a:pPr marL="285750" indent="-285750">
              <a:buFont typeface="Arial" panose="020B0604020202020204" pitchFamily="34" charset="0"/>
              <a:buChar char="•"/>
            </a:pPr>
            <a:r>
              <a:rPr lang="fr-FR" dirty="0">
                <a:solidFill>
                  <a:schemeClr val="bg1"/>
                </a:solidFill>
              </a:rPr>
              <a:t>Le long des côtes d’ouest en est</a:t>
            </a:r>
          </a:p>
          <a:p>
            <a:pPr marL="285750" indent="-285750">
              <a:buFont typeface="Arial" panose="020B0604020202020204" pitchFamily="34" charset="0"/>
              <a:buChar char="•"/>
            </a:pPr>
            <a:r>
              <a:rPr lang="fr-FR" dirty="0">
                <a:solidFill>
                  <a:schemeClr val="bg1"/>
                </a:solidFill>
              </a:rPr>
              <a:t>Au centre plus faible</a:t>
            </a:r>
          </a:p>
          <a:p>
            <a:pPr marL="285750" indent="-285750">
              <a:buFont typeface="Arial" panose="020B0604020202020204" pitchFamily="34" charset="0"/>
              <a:buChar char="•"/>
            </a:pPr>
            <a:endParaRPr lang="fr-FR" dirty="0">
              <a:solidFill>
                <a:schemeClr val="bg1"/>
              </a:solidFill>
            </a:endParaRPr>
          </a:p>
          <a:p>
            <a:r>
              <a:rPr lang="fr-FR" dirty="0">
                <a:solidFill>
                  <a:schemeClr val="bg1"/>
                </a:solidFill>
              </a:rPr>
              <a:t> </a:t>
            </a:r>
          </a:p>
        </p:txBody>
      </p:sp>
      <p:sp>
        <p:nvSpPr>
          <p:cNvPr id="25" name="Rectangle 24">
            <a:extLst>
              <a:ext uri="{FF2B5EF4-FFF2-40B4-BE49-F238E27FC236}">
                <a16:creationId xmlns:a16="http://schemas.microsoft.com/office/drawing/2014/main" id="{AAE01C2F-77E2-47EF-9395-E55E198DB8FF}"/>
              </a:ext>
            </a:extLst>
          </p:cNvPr>
          <p:cNvSpPr/>
          <p:nvPr/>
        </p:nvSpPr>
        <p:spPr>
          <a:xfrm rot="3394716">
            <a:off x="6675834" y="2951582"/>
            <a:ext cx="556335" cy="480264"/>
          </a:xfrm>
          <a:prstGeom prst="rect">
            <a:avLst/>
          </a:prstGeom>
          <a:solidFill>
            <a:srgbClr val="00206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6" name="Ellipse 25">
            <a:extLst>
              <a:ext uri="{FF2B5EF4-FFF2-40B4-BE49-F238E27FC236}">
                <a16:creationId xmlns:a16="http://schemas.microsoft.com/office/drawing/2014/main" id="{DC73EA0E-7226-42CA-849B-B57D0BB521DC}"/>
              </a:ext>
            </a:extLst>
          </p:cNvPr>
          <p:cNvSpPr/>
          <p:nvPr/>
        </p:nvSpPr>
        <p:spPr>
          <a:xfrm>
            <a:off x="6763786" y="2977310"/>
            <a:ext cx="386616" cy="40386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3351129F-FB73-4A91-BFBD-B68625598DE9}"/>
              </a:ext>
            </a:extLst>
          </p:cNvPr>
          <p:cNvSpPr/>
          <p:nvPr/>
        </p:nvSpPr>
        <p:spPr>
          <a:xfrm>
            <a:off x="6804604" y="3135543"/>
            <a:ext cx="298520" cy="911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122107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ZoneTexte 92">
            <a:extLst>
              <a:ext uri="{FF2B5EF4-FFF2-40B4-BE49-F238E27FC236}">
                <a16:creationId xmlns:a16="http://schemas.microsoft.com/office/drawing/2014/main" id="{265D5508-52A5-477C-8856-C271F9AAF426}"/>
              </a:ext>
            </a:extLst>
          </p:cNvPr>
          <p:cNvSpPr txBox="1"/>
          <p:nvPr/>
        </p:nvSpPr>
        <p:spPr>
          <a:xfrm>
            <a:off x="230546" y="123478"/>
            <a:ext cx="1013611" cy="369332"/>
          </a:xfrm>
          <a:prstGeom prst="rect">
            <a:avLst/>
          </a:prstGeom>
          <a:noFill/>
        </p:spPr>
        <p:txBody>
          <a:bodyPr wrap="none" rtlCol="0">
            <a:spAutoFit/>
          </a:bodyPr>
          <a:lstStyle/>
          <a:p>
            <a:r>
              <a:rPr lang="fr-FR" dirty="0">
                <a:solidFill>
                  <a:schemeClr val="bg1"/>
                </a:solidFill>
              </a:rPr>
              <a:t>Objectifs</a:t>
            </a:r>
          </a:p>
        </p:txBody>
      </p:sp>
      <p:pic>
        <p:nvPicPr>
          <p:cNvPr id="13" name="Image 12">
            <a:extLst>
              <a:ext uri="{FF2B5EF4-FFF2-40B4-BE49-F238E27FC236}">
                <a16:creationId xmlns:a16="http://schemas.microsoft.com/office/drawing/2014/main" id="{9DCF0178-6007-46C0-AE41-64D0F29B90FE}"/>
              </a:ext>
            </a:extLst>
          </p:cNvPr>
          <p:cNvPicPr>
            <a:picLocks noChangeAspect="1"/>
          </p:cNvPicPr>
          <p:nvPr/>
        </p:nvPicPr>
        <p:blipFill>
          <a:blip r:embed="rId3"/>
          <a:stretch>
            <a:fillRect/>
          </a:stretch>
        </p:blipFill>
        <p:spPr>
          <a:xfrm>
            <a:off x="3995936" y="843558"/>
            <a:ext cx="4414042" cy="3203334"/>
          </a:xfrm>
          <a:prstGeom prst="rect">
            <a:avLst/>
          </a:prstGeom>
        </p:spPr>
      </p:pic>
      <p:sp>
        <p:nvSpPr>
          <p:cNvPr id="18" name="Rectangle 17">
            <a:extLst>
              <a:ext uri="{FF2B5EF4-FFF2-40B4-BE49-F238E27FC236}">
                <a16:creationId xmlns:a16="http://schemas.microsoft.com/office/drawing/2014/main" id="{D4DBC84D-D674-489A-9630-E96531DD1560}"/>
              </a:ext>
            </a:extLst>
          </p:cNvPr>
          <p:cNvSpPr/>
          <p:nvPr/>
        </p:nvSpPr>
        <p:spPr>
          <a:xfrm rot="3827685">
            <a:off x="4233813" y="3034705"/>
            <a:ext cx="647560" cy="671856"/>
          </a:xfrm>
          <a:prstGeom prst="rect">
            <a:avLst/>
          </a:prstGeom>
          <a:solidFill>
            <a:srgbClr val="C00000">
              <a:alpha val="3000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9" name="Ellipse 18">
            <a:extLst>
              <a:ext uri="{FF2B5EF4-FFF2-40B4-BE49-F238E27FC236}">
                <a16:creationId xmlns:a16="http://schemas.microsoft.com/office/drawing/2014/main" id="{1A985DAF-C257-48C7-BB34-2BDFB8C8D974}"/>
              </a:ext>
            </a:extLst>
          </p:cNvPr>
          <p:cNvSpPr/>
          <p:nvPr/>
        </p:nvSpPr>
        <p:spPr>
          <a:xfrm>
            <a:off x="4427984" y="321982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C6FCBC4A-5E40-40D8-887F-983EC608C1A8}"/>
              </a:ext>
            </a:extLst>
          </p:cNvPr>
          <p:cNvSpPr/>
          <p:nvPr/>
        </p:nvSpPr>
        <p:spPr>
          <a:xfrm>
            <a:off x="4547043" y="3579862"/>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4C16C80E-A28E-4181-B679-D410218CA26D}"/>
              </a:ext>
            </a:extLst>
          </p:cNvPr>
          <p:cNvSpPr/>
          <p:nvPr/>
        </p:nvSpPr>
        <p:spPr>
          <a:xfrm>
            <a:off x="4623720" y="3370633"/>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38BBC21D-BC2E-40E5-B16B-241F87989527}"/>
              </a:ext>
            </a:extLst>
          </p:cNvPr>
          <p:cNvSpPr/>
          <p:nvPr/>
        </p:nvSpPr>
        <p:spPr>
          <a:xfrm>
            <a:off x="4571999" y="307580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E482E3AD-8D46-4B36-86EC-455B8DD7DED7}"/>
              </a:ext>
            </a:extLst>
          </p:cNvPr>
          <p:cNvSpPr/>
          <p:nvPr/>
        </p:nvSpPr>
        <p:spPr>
          <a:xfrm>
            <a:off x="4860032" y="3435846"/>
            <a:ext cx="49913" cy="45719"/>
          </a:xfrm>
          <a:prstGeom prst="ellipse">
            <a:avLst/>
          </a:prstGeom>
          <a:solidFill>
            <a:srgbClr val="FF0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a:extLst>
              <a:ext uri="{FF2B5EF4-FFF2-40B4-BE49-F238E27FC236}">
                <a16:creationId xmlns:a16="http://schemas.microsoft.com/office/drawing/2014/main" id="{2BF3EB7F-3B83-484C-BBDA-3610DD44A0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080565">
            <a:off x="7314620" y="1294867"/>
            <a:ext cx="988934" cy="183136"/>
          </a:xfrm>
          <a:prstGeom prst="rect">
            <a:avLst/>
          </a:prstGeom>
        </p:spPr>
      </p:pic>
      <p:sp>
        <p:nvSpPr>
          <p:cNvPr id="26" name="Triangle isocèle 25">
            <a:extLst>
              <a:ext uri="{FF2B5EF4-FFF2-40B4-BE49-F238E27FC236}">
                <a16:creationId xmlns:a16="http://schemas.microsoft.com/office/drawing/2014/main" id="{A0C7A046-6FE2-40C1-AE04-1AA13CB79D56}"/>
              </a:ext>
            </a:extLst>
          </p:cNvPr>
          <p:cNvSpPr/>
          <p:nvPr/>
        </p:nvSpPr>
        <p:spPr>
          <a:xfrm rot="14268662">
            <a:off x="6859702" y="166047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3E589989-1BD7-421C-8046-1E0B2D85DC6B}"/>
              </a:ext>
            </a:extLst>
          </p:cNvPr>
          <p:cNvSpPr/>
          <p:nvPr/>
        </p:nvSpPr>
        <p:spPr>
          <a:xfrm rot="14268662">
            <a:off x="6859701" y="1917963"/>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C36CD32D-396F-42DA-A6FD-A9567659B3C5}"/>
              </a:ext>
            </a:extLst>
          </p:cNvPr>
          <p:cNvSpPr/>
          <p:nvPr/>
        </p:nvSpPr>
        <p:spPr>
          <a:xfrm rot="14268662">
            <a:off x="7055276" y="2133986"/>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riangle isocèle 29">
            <a:extLst>
              <a:ext uri="{FF2B5EF4-FFF2-40B4-BE49-F238E27FC236}">
                <a16:creationId xmlns:a16="http://schemas.microsoft.com/office/drawing/2014/main" id="{9CB14239-494F-46B9-9D5E-F5ED7EF45CE3}"/>
              </a:ext>
            </a:extLst>
          </p:cNvPr>
          <p:cNvSpPr/>
          <p:nvPr/>
        </p:nvSpPr>
        <p:spPr>
          <a:xfrm rot="14268662">
            <a:off x="7264240" y="184595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Triangle isocèle 30">
            <a:extLst>
              <a:ext uri="{FF2B5EF4-FFF2-40B4-BE49-F238E27FC236}">
                <a16:creationId xmlns:a16="http://schemas.microsoft.com/office/drawing/2014/main" id="{54165B5E-52D2-4654-9B86-5EE0CED8C914}"/>
              </a:ext>
            </a:extLst>
          </p:cNvPr>
          <p:cNvSpPr/>
          <p:nvPr/>
        </p:nvSpPr>
        <p:spPr>
          <a:xfrm rot="14268662">
            <a:off x="7473688" y="2012324"/>
            <a:ext cx="84667" cy="177800"/>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Forme libre : forme 31">
            <a:extLst>
              <a:ext uri="{FF2B5EF4-FFF2-40B4-BE49-F238E27FC236}">
                <a16:creationId xmlns:a16="http://schemas.microsoft.com/office/drawing/2014/main" id="{1643D977-701E-45BF-AEE0-0CB42CDD888E}"/>
              </a:ext>
            </a:extLst>
          </p:cNvPr>
          <p:cNvSpPr/>
          <p:nvPr/>
        </p:nvSpPr>
        <p:spPr>
          <a:xfrm>
            <a:off x="6981825" y="1489670"/>
            <a:ext cx="481013" cy="196255"/>
          </a:xfrm>
          <a:custGeom>
            <a:avLst/>
            <a:gdLst>
              <a:gd name="connsiteX0" fmla="*/ 481013 w 481013"/>
              <a:gd name="connsiteY0" fmla="*/ 134343 h 196255"/>
              <a:gd name="connsiteX1" fmla="*/ 280988 w 481013"/>
              <a:gd name="connsiteY1" fmla="*/ 993 h 196255"/>
              <a:gd name="connsiteX2" fmla="*/ 0 w 481013"/>
              <a:gd name="connsiteY2" fmla="*/ 196255 h 196255"/>
            </a:gdLst>
            <a:ahLst/>
            <a:cxnLst>
              <a:cxn ang="0">
                <a:pos x="connsiteX0" y="connsiteY0"/>
              </a:cxn>
              <a:cxn ang="0">
                <a:pos x="connsiteX1" y="connsiteY1"/>
              </a:cxn>
              <a:cxn ang="0">
                <a:pos x="connsiteX2" y="connsiteY2"/>
              </a:cxn>
            </a:cxnLst>
            <a:rect l="l" t="t" r="r" b="b"/>
            <a:pathLst>
              <a:path w="481013" h="196255">
                <a:moveTo>
                  <a:pt x="481013" y="134343"/>
                </a:moveTo>
                <a:cubicBezTo>
                  <a:pt x="421085" y="62508"/>
                  <a:pt x="361157" y="-9326"/>
                  <a:pt x="280988" y="993"/>
                </a:cubicBezTo>
                <a:cubicBezTo>
                  <a:pt x="200819" y="11312"/>
                  <a:pt x="100409" y="103783"/>
                  <a:pt x="0" y="196255"/>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3" name="Forme libre : forme 32">
            <a:extLst>
              <a:ext uri="{FF2B5EF4-FFF2-40B4-BE49-F238E27FC236}">
                <a16:creationId xmlns:a16="http://schemas.microsoft.com/office/drawing/2014/main" id="{D8F74863-3471-4FA6-9CC5-6F55ABBF170C}"/>
              </a:ext>
            </a:extLst>
          </p:cNvPr>
          <p:cNvSpPr/>
          <p:nvPr/>
        </p:nvSpPr>
        <p:spPr>
          <a:xfrm>
            <a:off x="6981825" y="1638200"/>
            <a:ext cx="457200" cy="300138"/>
          </a:xfrm>
          <a:custGeom>
            <a:avLst/>
            <a:gdLst>
              <a:gd name="connsiteX0" fmla="*/ 457200 w 457200"/>
              <a:gd name="connsiteY0" fmla="*/ 47725 h 300138"/>
              <a:gd name="connsiteX1" fmla="*/ 290513 w 457200"/>
              <a:gd name="connsiteY1" fmla="*/ 19150 h 300138"/>
              <a:gd name="connsiteX2" fmla="*/ 0 w 457200"/>
              <a:gd name="connsiteY2" fmla="*/ 300138 h 300138"/>
            </a:gdLst>
            <a:ahLst/>
            <a:cxnLst>
              <a:cxn ang="0">
                <a:pos x="connsiteX0" y="connsiteY0"/>
              </a:cxn>
              <a:cxn ang="0">
                <a:pos x="connsiteX1" y="connsiteY1"/>
              </a:cxn>
              <a:cxn ang="0">
                <a:pos x="connsiteX2" y="connsiteY2"/>
              </a:cxn>
            </a:cxnLst>
            <a:rect l="l" t="t" r="r" b="b"/>
            <a:pathLst>
              <a:path w="457200" h="300138">
                <a:moveTo>
                  <a:pt x="457200" y="47725"/>
                </a:moveTo>
                <a:cubicBezTo>
                  <a:pt x="411956" y="12403"/>
                  <a:pt x="366713" y="-22919"/>
                  <a:pt x="290513" y="19150"/>
                </a:cubicBezTo>
                <a:cubicBezTo>
                  <a:pt x="214313" y="61219"/>
                  <a:pt x="11906" y="274738"/>
                  <a:pt x="0" y="300138"/>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4" name="Forme libre : forme 33">
            <a:extLst>
              <a:ext uri="{FF2B5EF4-FFF2-40B4-BE49-F238E27FC236}">
                <a16:creationId xmlns:a16="http://schemas.microsoft.com/office/drawing/2014/main" id="{5A2F8A92-21B4-41FB-A1C7-ED8E3F3B4220}"/>
              </a:ext>
            </a:extLst>
          </p:cNvPr>
          <p:cNvSpPr/>
          <p:nvPr/>
        </p:nvSpPr>
        <p:spPr>
          <a:xfrm>
            <a:off x="7396163" y="1700213"/>
            <a:ext cx="83743" cy="176212"/>
          </a:xfrm>
          <a:custGeom>
            <a:avLst/>
            <a:gdLst>
              <a:gd name="connsiteX0" fmla="*/ 57150 w 83743"/>
              <a:gd name="connsiteY0" fmla="*/ 0 h 176212"/>
              <a:gd name="connsiteX1" fmla="*/ 80962 w 83743"/>
              <a:gd name="connsiteY1" fmla="*/ 109537 h 176212"/>
              <a:gd name="connsiteX2" fmla="*/ 0 w 83743"/>
              <a:gd name="connsiteY2" fmla="*/ 176212 h 176212"/>
            </a:gdLst>
            <a:ahLst/>
            <a:cxnLst>
              <a:cxn ang="0">
                <a:pos x="connsiteX0" y="connsiteY0"/>
              </a:cxn>
              <a:cxn ang="0">
                <a:pos x="connsiteX1" y="connsiteY1"/>
              </a:cxn>
              <a:cxn ang="0">
                <a:pos x="connsiteX2" y="connsiteY2"/>
              </a:cxn>
            </a:cxnLst>
            <a:rect l="l" t="t" r="r" b="b"/>
            <a:pathLst>
              <a:path w="83743" h="176212">
                <a:moveTo>
                  <a:pt x="57150" y="0"/>
                </a:moveTo>
                <a:cubicBezTo>
                  <a:pt x="73818" y="40084"/>
                  <a:pt x="90487" y="80168"/>
                  <a:pt x="80962" y="109537"/>
                </a:cubicBezTo>
                <a:cubicBezTo>
                  <a:pt x="71437" y="138906"/>
                  <a:pt x="35718" y="157559"/>
                  <a:pt x="0" y="17621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5" name="Forme libre : forme 34">
            <a:extLst>
              <a:ext uri="{FF2B5EF4-FFF2-40B4-BE49-F238E27FC236}">
                <a16:creationId xmlns:a16="http://schemas.microsoft.com/office/drawing/2014/main" id="{35621412-1B80-4E53-947E-9E951FB558DB}"/>
              </a:ext>
            </a:extLst>
          </p:cNvPr>
          <p:cNvSpPr/>
          <p:nvPr/>
        </p:nvSpPr>
        <p:spPr>
          <a:xfrm>
            <a:off x="7181850" y="1724025"/>
            <a:ext cx="397814" cy="442913"/>
          </a:xfrm>
          <a:custGeom>
            <a:avLst/>
            <a:gdLst>
              <a:gd name="connsiteX0" fmla="*/ 319088 w 397814"/>
              <a:gd name="connsiteY0" fmla="*/ 0 h 442913"/>
              <a:gd name="connsiteX1" fmla="*/ 376238 w 397814"/>
              <a:gd name="connsiteY1" fmla="*/ 180975 h 442913"/>
              <a:gd name="connsiteX2" fmla="*/ 0 w 397814"/>
              <a:gd name="connsiteY2" fmla="*/ 442913 h 442913"/>
            </a:gdLst>
            <a:ahLst/>
            <a:cxnLst>
              <a:cxn ang="0">
                <a:pos x="connsiteX0" y="connsiteY0"/>
              </a:cxn>
              <a:cxn ang="0">
                <a:pos x="connsiteX1" y="connsiteY1"/>
              </a:cxn>
              <a:cxn ang="0">
                <a:pos x="connsiteX2" y="connsiteY2"/>
              </a:cxn>
            </a:cxnLst>
            <a:rect l="l" t="t" r="r" b="b"/>
            <a:pathLst>
              <a:path w="397814" h="442913">
                <a:moveTo>
                  <a:pt x="319088" y="0"/>
                </a:moveTo>
                <a:cubicBezTo>
                  <a:pt x="374253" y="53578"/>
                  <a:pt x="429419" y="107156"/>
                  <a:pt x="376238" y="180975"/>
                </a:cubicBezTo>
                <a:cubicBezTo>
                  <a:pt x="323057" y="254794"/>
                  <a:pt x="161528" y="348853"/>
                  <a:pt x="0" y="442913"/>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6" name="Forme libre : forme 35">
            <a:extLst>
              <a:ext uri="{FF2B5EF4-FFF2-40B4-BE49-F238E27FC236}">
                <a16:creationId xmlns:a16="http://schemas.microsoft.com/office/drawing/2014/main" id="{46D31AC1-BED1-4E25-9AB4-6AED18C1FF18}"/>
              </a:ext>
            </a:extLst>
          </p:cNvPr>
          <p:cNvSpPr/>
          <p:nvPr/>
        </p:nvSpPr>
        <p:spPr>
          <a:xfrm>
            <a:off x="7572375" y="1690688"/>
            <a:ext cx="195398" cy="347662"/>
          </a:xfrm>
          <a:custGeom>
            <a:avLst/>
            <a:gdLst>
              <a:gd name="connsiteX0" fmla="*/ 0 w 195398"/>
              <a:gd name="connsiteY0" fmla="*/ 0 h 347662"/>
              <a:gd name="connsiteX1" fmla="*/ 195263 w 195398"/>
              <a:gd name="connsiteY1" fmla="*/ 204787 h 347662"/>
              <a:gd name="connsiteX2" fmla="*/ 33338 w 195398"/>
              <a:gd name="connsiteY2" fmla="*/ 347662 h 347662"/>
            </a:gdLst>
            <a:ahLst/>
            <a:cxnLst>
              <a:cxn ang="0">
                <a:pos x="connsiteX0" y="connsiteY0"/>
              </a:cxn>
              <a:cxn ang="0">
                <a:pos x="connsiteX1" y="connsiteY1"/>
              </a:cxn>
              <a:cxn ang="0">
                <a:pos x="connsiteX2" y="connsiteY2"/>
              </a:cxn>
            </a:cxnLst>
            <a:rect l="l" t="t" r="r" b="b"/>
            <a:pathLst>
              <a:path w="195398" h="347662">
                <a:moveTo>
                  <a:pt x="0" y="0"/>
                </a:moveTo>
                <a:cubicBezTo>
                  <a:pt x="94853" y="73421"/>
                  <a:pt x="189707" y="146843"/>
                  <a:pt x="195263" y="204787"/>
                </a:cubicBezTo>
                <a:cubicBezTo>
                  <a:pt x="200819" y="262731"/>
                  <a:pt x="33338" y="325437"/>
                  <a:pt x="33338" y="347662"/>
                </a:cubicBezTo>
              </a:path>
            </a:pathLst>
          </a:custGeom>
          <a:ln w="952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fr-FR"/>
          </a:p>
        </p:txBody>
      </p:sp>
      <p:sp>
        <p:nvSpPr>
          <p:cNvPr id="37" name="Forme libre : forme 36">
            <a:extLst>
              <a:ext uri="{FF2B5EF4-FFF2-40B4-BE49-F238E27FC236}">
                <a16:creationId xmlns:a16="http://schemas.microsoft.com/office/drawing/2014/main" id="{44D44D5B-7641-4604-AC5B-4C5739D861D8}"/>
              </a:ext>
            </a:extLst>
          </p:cNvPr>
          <p:cNvSpPr/>
          <p:nvPr/>
        </p:nvSpPr>
        <p:spPr>
          <a:xfrm>
            <a:off x="5039670" y="2680379"/>
            <a:ext cx="342028" cy="537471"/>
          </a:xfrm>
          <a:custGeom>
            <a:avLst/>
            <a:gdLst>
              <a:gd name="connsiteX0" fmla="*/ 111683 w 342028"/>
              <a:gd name="connsiteY0" fmla="*/ 0 h 537471"/>
              <a:gd name="connsiteX1" fmla="*/ 6980 w 342028"/>
              <a:gd name="connsiteY1" fmla="*/ 104702 h 537471"/>
              <a:gd name="connsiteX2" fmla="*/ 0 w 342028"/>
              <a:gd name="connsiteY2" fmla="*/ 230345 h 537471"/>
              <a:gd name="connsiteX3" fmla="*/ 55841 w 342028"/>
              <a:gd name="connsiteY3" fmla="*/ 293166 h 537471"/>
              <a:gd name="connsiteX4" fmla="*/ 181484 w 342028"/>
              <a:gd name="connsiteY4" fmla="*/ 481630 h 537471"/>
              <a:gd name="connsiteX5" fmla="*/ 216385 w 342028"/>
              <a:gd name="connsiteY5" fmla="*/ 537471 h 537471"/>
              <a:gd name="connsiteX6" fmla="*/ 279206 w 342028"/>
              <a:gd name="connsiteY6" fmla="*/ 537471 h 537471"/>
              <a:gd name="connsiteX7" fmla="*/ 342028 w 342028"/>
              <a:gd name="connsiteY7" fmla="*/ 453710 h 537471"/>
              <a:gd name="connsiteX8" fmla="*/ 328067 w 342028"/>
              <a:gd name="connsiteY8" fmla="*/ 335047 h 537471"/>
              <a:gd name="connsiteX9" fmla="*/ 307127 w 342028"/>
              <a:gd name="connsiteY9" fmla="*/ 160543 h 537471"/>
              <a:gd name="connsiteX10" fmla="*/ 244306 w 342028"/>
              <a:gd name="connsiteY10" fmla="*/ 55841 h 537471"/>
              <a:gd name="connsiteX11" fmla="*/ 111683 w 342028"/>
              <a:gd name="connsiteY11" fmla="*/ 0 h 5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028" h="537471">
                <a:moveTo>
                  <a:pt x="111683" y="0"/>
                </a:moveTo>
                <a:lnTo>
                  <a:pt x="6980" y="104702"/>
                </a:lnTo>
                <a:lnTo>
                  <a:pt x="0" y="230345"/>
                </a:lnTo>
                <a:lnTo>
                  <a:pt x="55841" y="293166"/>
                </a:lnTo>
                <a:lnTo>
                  <a:pt x="181484" y="481630"/>
                </a:lnTo>
                <a:lnTo>
                  <a:pt x="216385" y="537471"/>
                </a:lnTo>
                <a:lnTo>
                  <a:pt x="279206" y="537471"/>
                </a:lnTo>
                <a:lnTo>
                  <a:pt x="342028" y="453710"/>
                </a:lnTo>
                <a:lnTo>
                  <a:pt x="328067" y="335047"/>
                </a:lnTo>
                <a:lnTo>
                  <a:pt x="307127" y="160543"/>
                </a:lnTo>
                <a:lnTo>
                  <a:pt x="244306" y="55841"/>
                </a:lnTo>
                <a:lnTo>
                  <a:pt x="111683" y="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Forme libre : forme 37">
            <a:extLst>
              <a:ext uri="{FF2B5EF4-FFF2-40B4-BE49-F238E27FC236}">
                <a16:creationId xmlns:a16="http://schemas.microsoft.com/office/drawing/2014/main" id="{7D477DA5-434D-4639-A4BC-D128B78D7EEE}"/>
              </a:ext>
            </a:extLst>
          </p:cNvPr>
          <p:cNvSpPr/>
          <p:nvPr/>
        </p:nvSpPr>
        <p:spPr>
          <a:xfrm>
            <a:off x="5458479" y="3294632"/>
            <a:ext cx="132623" cy="146583"/>
          </a:xfrm>
          <a:custGeom>
            <a:avLst/>
            <a:gdLst>
              <a:gd name="connsiteX0" fmla="*/ 13961 w 132623"/>
              <a:gd name="connsiteY0" fmla="*/ 6980 h 146583"/>
              <a:gd name="connsiteX1" fmla="*/ 0 w 132623"/>
              <a:gd name="connsiteY1" fmla="*/ 90742 h 146583"/>
              <a:gd name="connsiteX2" fmla="*/ 34901 w 132623"/>
              <a:gd name="connsiteY2" fmla="*/ 125643 h 146583"/>
              <a:gd name="connsiteX3" fmla="*/ 83762 w 132623"/>
              <a:gd name="connsiteY3" fmla="*/ 146583 h 146583"/>
              <a:gd name="connsiteX4" fmla="*/ 118663 w 132623"/>
              <a:gd name="connsiteY4" fmla="*/ 111683 h 146583"/>
              <a:gd name="connsiteX5" fmla="*/ 118663 w 132623"/>
              <a:gd name="connsiteY5" fmla="*/ 111683 h 146583"/>
              <a:gd name="connsiteX6" fmla="*/ 132623 w 132623"/>
              <a:gd name="connsiteY6" fmla="*/ 34901 h 146583"/>
              <a:gd name="connsiteX7" fmla="*/ 69802 w 132623"/>
              <a:gd name="connsiteY7" fmla="*/ 0 h 146583"/>
              <a:gd name="connsiteX8" fmla="*/ 13961 w 132623"/>
              <a:gd name="connsiteY8" fmla="*/ 6980 h 14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23" h="146583">
                <a:moveTo>
                  <a:pt x="13961" y="6980"/>
                </a:moveTo>
                <a:lnTo>
                  <a:pt x="0" y="90742"/>
                </a:lnTo>
                <a:lnTo>
                  <a:pt x="34901" y="125643"/>
                </a:lnTo>
                <a:lnTo>
                  <a:pt x="83762" y="146583"/>
                </a:lnTo>
                <a:lnTo>
                  <a:pt x="118663" y="111683"/>
                </a:lnTo>
                <a:lnTo>
                  <a:pt x="118663" y="111683"/>
                </a:lnTo>
                <a:lnTo>
                  <a:pt x="132623" y="34901"/>
                </a:lnTo>
                <a:lnTo>
                  <a:pt x="69802" y="0"/>
                </a:lnTo>
                <a:lnTo>
                  <a:pt x="13961" y="6980"/>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Forme libre : forme 39">
            <a:extLst>
              <a:ext uri="{FF2B5EF4-FFF2-40B4-BE49-F238E27FC236}">
                <a16:creationId xmlns:a16="http://schemas.microsoft.com/office/drawing/2014/main" id="{0DC4F265-7CF7-4130-98CE-78CE0DC1CBFA}"/>
              </a:ext>
            </a:extLst>
          </p:cNvPr>
          <p:cNvSpPr/>
          <p:nvPr/>
        </p:nvSpPr>
        <p:spPr>
          <a:xfrm>
            <a:off x="6743700" y="2757488"/>
            <a:ext cx="347663" cy="109537"/>
          </a:xfrm>
          <a:custGeom>
            <a:avLst/>
            <a:gdLst>
              <a:gd name="connsiteX0" fmla="*/ 147638 w 347663"/>
              <a:gd name="connsiteY0" fmla="*/ 14287 h 109537"/>
              <a:gd name="connsiteX1" fmla="*/ 76200 w 347663"/>
              <a:gd name="connsiteY1" fmla="*/ 9525 h 109537"/>
              <a:gd name="connsiteX2" fmla="*/ 33338 w 347663"/>
              <a:gd name="connsiteY2" fmla="*/ 33337 h 109537"/>
              <a:gd name="connsiteX3" fmla="*/ 0 w 347663"/>
              <a:gd name="connsiteY3" fmla="*/ 66675 h 109537"/>
              <a:gd name="connsiteX4" fmla="*/ 28575 w 347663"/>
              <a:gd name="connsiteY4" fmla="*/ 80962 h 109537"/>
              <a:gd name="connsiteX5" fmla="*/ 61913 w 347663"/>
              <a:gd name="connsiteY5" fmla="*/ 100012 h 109537"/>
              <a:gd name="connsiteX6" fmla="*/ 85725 w 347663"/>
              <a:gd name="connsiteY6" fmla="*/ 104775 h 109537"/>
              <a:gd name="connsiteX7" fmla="*/ 142875 w 347663"/>
              <a:gd name="connsiteY7" fmla="*/ 109537 h 109537"/>
              <a:gd name="connsiteX8" fmla="*/ 166688 w 347663"/>
              <a:gd name="connsiteY8" fmla="*/ 104775 h 109537"/>
              <a:gd name="connsiteX9" fmla="*/ 190500 w 347663"/>
              <a:gd name="connsiteY9" fmla="*/ 90487 h 109537"/>
              <a:gd name="connsiteX10" fmla="*/ 209550 w 347663"/>
              <a:gd name="connsiteY10" fmla="*/ 85725 h 109537"/>
              <a:gd name="connsiteX11" fmla="*/ 280988 w 347663"/>
              <a:gd name="connsiteY11" fmla="*/ 71437 h 109537"/>
              <a:gd name="connsiteX12" fmla="*/ 347663 w 347663"/>
              <a:gd name="connsiteY12" fmla="*/ 71437 h 109537"/>
              <a:gd name="connsiteX13" fmla="*/ 347663 w 347663"/>
              <a:gd name="connsiteY13" fmla="*/ 71437 h 109537"/>
              <a:gd name="connsiteX14" fmla="*/ 285750 w 347663"/>
              <a:gd name="connsiteY14" fmla="*/ 9525 h 109537"/>
              <a:gd name="connsiteX15" fmla="*/ 214313 w 347663"/>
              <a:gd name="connsiteY15" fmla="*/ 0 h 109537"/>
              <a:gd name="connsiteX16" fmla="*/ 147638 w 347663"/>
              <a:gd name="connsiteY16" fmla="*/ 14287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7663" h="109537">
                <a:moveTo>
                  <a:pt x="147638" y="14287"/>
                </a:moveTo>
                <a:lnTo>
                  <a:pt x="76200" y="9525"/>
                </a:lnTo>
                <a:lnTo>
                  <a:pt x="33338" y="33337"/>
                </a:lnTo>
                <a:lnTo>
                  <a:pt x="0" y="66675"/>
                </a:lnTo>
                <a:lnTo>
                  <a:pt x="28575" y="80962"/>
                </a:lnTo>
                <a:lnTo>
                  <a:pt x="61913" y="100012"/>
                </a:lnTo>
                <a:lnTo>
                  <a:pt x="85725" y="104775"/>
                </a:lnTo>
                <a:lnTo>
                  <a:pt x="142875" y="109537"/>
                </a:lnTo>
                <a:lnTo>
                  <a:pt x="166688" y="104775"/>
                </a:lnTo>
                <a:lnTo>
                  <a:pt x="190500" y="90487"/>
                </a:lnTo>
                <a:lnTo>
                  <a:pt x="209550" y="85725"/>
                </a:lnTo>
                <a:lnTo>
                  <a:pt x="280988" y="71437"/>
                </a:lnTo>
                <a:lnTo>
                  <a:pt x="347663" y="71437"/>
                </a:lnTo>
                <a:lnTo>
                  <a:pt x="347663" y="71437"/>
                </a:lnTo>
                <a:lnTo>
                  <a:pt x="285750" y="9525"/>
                </a:lnTo>
                <a:lnTo>
                  <a:pt x="214313" y="0"/>
                </a:lnTo>
                <a:lnTo>
                  <a:pt x="147638" y="14287"/>
                </a:ln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246026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triangle"/>
        </a:ln>
      </a:spPr>
      <a:bodyPr/>
      <a:lstStyle/>
      <a:style>
        <a:lnRef idx="3">
          <a:schemeClr val="accent3"/>
        </a:lnRef>
        <a:fillRef idx="0">
          <a:schemeClr val="accent3"/>
        </a:fillRef>
        <a:effectRef idx="2">
          <a:schemeClr val="accent3"/>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78692</TotalTime>
  <Words>1280</Words>
  <Application>Microsoft Office PowerPoint</Application>
  <PresentationFormat>Affichage à l'écran (16:9)</PresentationFormat>
  <Paragraphs>307</Paragraphs>
  <Slides>30</Slides>
  <Notes>26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30</vt:i4>
      </vt:variant>
    </vt:vector>
  </HeadingPairs>
  <TitlesOfParts>
    <vt:vector size="38" baseType="lpstr">
      <vt:lpstr>Arial</vt:lpstr>
      <vt:lpstr>Calibri</vt:lpstr>
      <vt:lpstr>Cambria Math</vt:lpstr>
      <vt:lpstr>Courier New</vt:lpstr>
      <vt:lpstr>NavalGroup Sans</vt:lpstr>
      <vt:lpstr>NavalGroup Sans Light</vt:lpstr>
      <vt:lpstr>NavalGroup Sans Regular</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DCNS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LANDRODIE, Bénédicte</dc:creator>
  <cp:lastModifiedBy>VAILLANT, Pierre-Louis</cp:lastModifiedBy>
  <cp:revision>656</cp:revision>
  <dcterms:created xsi:type="dcterms:W3CDTF">2021-06-24T08:15:17Z</dcterms:created>
  <dcterms:modified xsi:type="dcterms:W3CDTF">2026-01-12T14:13:40Z</dcterms:modified>
</cp:coreProperties>
</file>